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8" r:id="rId2"/>
    <p:sldId id="270" r:id="rId3"/>
    <p:sldId id="301" r:id="rId4"/>
    <p:sldId id="271" r:id="rId5"/>
    <p:sldId id="290" r:id="rId6"/>
    <p:sldId id="294" r:id="rId7"/>
    <p:sldId id="302" r:id="rId8"/>
    <p:sldId id="303" r:id="rId9"/>
    <p:sldId id="304" r:id="rId10"/>
    <p:sldId id="307" r:id="rId11"/>
    <p:sldId id="30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40" autoAdjust="0"/>
  </p:normalViewPr>
  <p:slideViewPr>
    <p:cSldViewPr>
      <p:cViewPr varScale="1">
        <p:scale>
          <a:sx n="74" d="100"/>
          <a:sy n="74" d="100"/>
        </p:scale>
        <p:origin x="144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36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09/12/2024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09/12/2024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serverskog dela Spring veb aplikacije</a:t>
            </a:r>
            <a:endParaRPr lang="en-GB" dirty="0"/>
          </a:p>
        </p:txBody>
      </p:sp>
      <p:sp>
        <p:nvSpPr>
          <p:cNvPr id="3" name="AutoShape 4" descr="data:image/png;base64,iVBORw0KGgoAAAANSUhEUgAAAPAAAAC0CAMAAACdQlHaAAABgFBMVEX////CzSMAAAA4fCyMjIzf399MTEy8vLzG0SSIiIhvb29QUFDm5ubL1iWysrLz8/OvuR+PlxopKSnPz89oaGhobhM1NTZDQ0Pt7e3Jyck9QAs9PT16gRYRERH4+PihoaGAgIAbGxtKTw5cXFy+ygAiIiIyeSzAwMC2traTk5N6enotLwgLCwupsx/Y2Ni8xyKnp6cgRxmaoxwXFxdYXRD6++0dQBcWFwSHjxkTKg+fqB1wdhQqXSFDRwxSVw8pKwfX3niUsCcYNhP2+OEgIgZgZRF1ninu8coodRjl6qUJEweuwSWCpSnc4ozf6t3Q2WFGgywybicRJQ0YGQQMHApOikRjkyvF2MLp7bTJ00bj6KE1OApwhR0ZVCGPsoqkwqGPrShEbB9beR4ZcQB4onJelFYtYyORlj/m7YzN0J1ISDvy9NWsxYOFrX++1btZW0WMj2BSihdomWHI1XqZtkWErGicnYrO3bdolku5zKG2uJ95e2QzVRu/x07V3G1xdiuP/4qFAAAcQklEQVR4nO2diVsbyZXA1U9XS0IHktCB0I0kJBpJFjBgTmODweADj23GmPXYSezJZL2Z2c3uZrKbxPnX973qq/rS0cLYs/H7Phvoo7p+XVWv3nt1tMfzVb7KV/kqX+WrfJWv8lWmkHuv1j93Fm5WXl3+cwF/EBY/fO483KgIwuKrz52Hm5RHi4Lw5HNn4gblWEARP3cubk7uXRLw4r3PnY+bkvUniwz4wefOyE3JHcYrLN753Bm5IXkg8/7TaK2XgiqX/xQ98bGgy8vpkyv5u/lUvNudmT6pa5F4N9VK+VPdbhz/KKVarV84XnFq08Pf72SzjUw4W6j7YjP5djtGz1zycdJvtfH/crCr3pNqc2fb8l/tWIrLs+F+X7uPLzNf5g+V6fXGY9oVfu3WWLiQhEwkky2E27GZcBKgtiXqwHemM6fjlQzoIuGjoJj15MIS8NJg/1czkTK7qdwwnE3KP4rJgC8upzpjuh+vSZlugvSMJ17XL8ssybf2C/ytUoH9WOvpRfxkqp54iWgCvnYr2wi1O4EqQCFbhDIeDkR0KUIhEgkkV+nZhIzZ485moEE/slU6HSpRsjHj/ZEAO8ffFAHoeMogqZclIUtl3GIvHCtLIRNrtyPZBl3Wh2cDvYiF4yl4y1hsoTz+UspmqIoF276cJwyFNET4ywJA16SWymGG1Idk3vDSwvQjHuxX8JV0MJ143Xi/x9NmhcwfCUPRn0QaRboAWMR9BAxTUfszLIEStrAZzwzALFenp9BaWJCNFCuSbrLRUo/6IJmGgBWYoPJYMpUyJLvc2ZgMTJJPI3GcgA33y8CZEn/E34B0Qb/TT8BlrM1BpqmWGplgTD2XMwAvPnLNi2+uIee8jDUpWU+pwJEgQD2mXxjQ/yohMeY+k+aApYJW4KUwq/Qx4/3dCGu/2T7/9DJLKMseWipnoDCT0vLTxyawWlSvNwILH11rrTBUU+qzk6S7fCUFOI5KJ6DpTQTGzKlIWIhtzE9QBy5isWqlV4DqDFN63P0RkJL5CiYS5gp5pg7VtAQSvqxSh5SWvyq3YzyFSiNTldTrTcCuox6pJPjk37IQaHXbWSQpycCeXNoIXISsmld/FtKxBugFSMCg9eFyYzTfH+lid5OGVa3doCxJRV8/AxV2T93v6UBVOY1VL+9vxX5WXrMJ2HXUow0ZpSk2WFvyR6CaV4DxP0OG8eXH9fuywYwjcC7LEjPdn6a74w2oa6lgudYhm6tAfQZTbPg9qQaxq8CIfvz3XZBSNsAutVY8DHXl1zBIpC5LwDLEgEPOwMHVZMUZuOSDVY/lfgbswdbAN2NUVO0KXVeBQq6EVV49QSXsedATVzYgawP8ozvgbgHKKnuEuhs/ae38aGB/BiIFR2BSCA7AOShKwKtqbLp1BTju19UEK2Hm/m6yojYBC5fugPNV0FrUTAXVaLHSKlDHOAoY/8y6Al6CTF3veemxaG6owG0o5jhgZmmIiV2qhWZgl2GevAS6JVBKkRKtFqBRwk60Phw4AgVn4FIIGg7AMUi2Ig3e/OjjnTJwSa32PLAgblOXHzcBuwzzGIDJZfIxszWbZQ1tCHApO6yE45hzZ+Cun+vBsOzqKrCHb9468NYh9iQxOB0YgN1pLeyV+qZDIWaqN2wyPH4bbjE94AScQgW5xD2xVZWBs0usQzYDC9E9i/Pg2tbCXqhiPpZDk0JiR4cALxWHaOlcAzXuMOA89kXcE8MQIeAAFrJurhJwVCSJJmqHcLq3xRcweoiugPExEetBNO8yreHA2A8vJU3AVQXCnwaJlaAjcIvTxowNjyFwWLWyFOCF7Tkm23sIPLciGMRlXKsM1aD1KBIXrRmWdG8ALa1w1wScVPR9GRVAyDMK2NQ1hQk4QgYIB/zM4DsfGpSWcOlOa+UC/EM0kYsgZLaltT4bO09/ygCs+DzdDuVN8X+GAnOehydegHyIgNN6TUdg8sA1ScJygifuuXSJ0SeqlCxHkagQN2e4rlbDeIhccnvgGPnLErPHhwEXNZuZCfbOIaibgTN8Q89rSkwRl8Zltwi6Q8rlYLUYM2dYzWEKkbBamICzLeW9xdF0kWIjgNHVSnMmdTwNBfjrz2ZgPkczZsvDXSAvRTUV6l3zcexn2+YMy11GnyJqqFVNwEUottWagvZ4Y6iWboEU4p1Lss1hYzDH0tUBoV7WDS/sLQ1VWnTVL+GbrUYo1hT2m+p1GtIlk7eTrdezcjiP9d1mYK4fRqUXGw4MpSRkeOXRgcOtBVO3BJwhUgFp29ARu4sBoC3d98jWVShvQMb+asZnVlokq3WfbJwNAUZLKzwCOGfqmnJFmJuVXVMN+EhXk9hX1wwF7DJySU/25NFOIL8hzBtdCGsGDtTr4X4wr2INA5YDgMOAZygQpJ8lovkEX80ReGsosKvxFgaM7TXsb7O2rBvWWMI5swM/E+f0zAjgwChgTypj0JYVWO5tcEb2SGBXoVoGjNYHhV3KfE/rqWNu7CIW4wJn46URwJ4/G0IBBLxAsbBxgV25DzKwR45y5GKoCRWtkStYtfREwNBom5WeAfiXlz/+fRnqejdEwCsc4WhgN/2SAoz+uk9hUBRJTEKTcypgzGzFCThFXcxidJMvYgRO9NAvUh8yGthNv6QAk0tKpPGkYgXn0BCwBOHCxp7LZEtLVdBUbLwO3TC6mNb77/0M2S7BbEdFQdyHhvYSCVgcbPBBvBFt2E2/pACTm4iGA2IrirNMcaRgxtQtMbNgHeXe8fHLP/wMPLDEd5qefotiMlXj/c/+IazMszdLNWB3SxBXOJOaAffmNEayrLgk0whs5HUVm1aBPf6ObFLI1tKSBFlPCxkqei2mgYDkLw8efXxyKSyiHALFVVWhN2YcWolRetz9bUxubhlNHKr4M/hul1dEYVtTGgxYEBPz0JBfY45GBbSAwFIGjgSzTAPsiQexX+zLg0yIig0tBI08b72n+g3YjCrTLMQtrBG8QeoPRvgonie+Csb7S3mqQJJiLObwfWyK4sq+VsSshFmhN+QyzgcgsyS3onioYbKkWR5cWB6sf+jW01RU+UZWSX0VikHS0xXT1RGYUx8qzqFhYjxLY1E6L6kt0/2k2NKaHqjCXE8QF6C4pAPLbxJdMfZWfGoCMSrsLUsBL7roiLsFSHcDLCAdzycDnlyO9Bcb3aKgeGqGkxzaJgsa8AAbI392JkV6OsJmKHhyKezgDk33pyJMdefkv5aohFkVjrCrcmG4Yo1UpHYOHX/c00YNmsv525jw6VrPXL4uO+K2HKWkvNYbhUqA3mWywtpmyjyAD2j8aY+N7lvOPquh5gu0gsElSmV79tRyxRp/0yEFqejFqaI4B2Ji+5AUQqcO9XCAuSu1WRtedx1xDt20TFmOU4CitxT7shQLgFFqK9yQ9Nae6ezyZmLhUP1jf1PobV4ZL9hf6A32tLdYG8gJLSgv4dm2+jZFYTB3qN+2sTZr7pAU4DsugD0lrE34fy6Yrvc7ybSvm9Na2b2PCaMYXrPYM51FHSsk5OxfzbLaaXOBfpOWGHeWS3u29mxjYXd5b22AV9ryYkfsBthR7n1cFE1iep7NWVGMMhHtrjAesqRjSptSoX9OtILr8SV73FfiouODvhi5Pt4Hl78C3OubN33vyedGGU8Wrwd3/dWic7P5omTxWpa3fLjza6jNTK5lZvzxF9h6ez3749exnufl5c2yjCPigcMJN8a0UdYffXnFK4hnb6P2Z9xO5dF5v8jmKz48c1Ci0wJ/obxnFw5NeNrVLet3bhRkXBHf3nc6Nd2avPWPX2L5ooo+P3AyC6aYU+vR1gR9aRK9f27nCzOZCvjVl8kr9poPHe2+aYBfOiX6mUW833TS0VMBHzul+ZlFPGheOBv27pfk3fsC7SsSsXfRdFRZ0wDfrMISlUgGi2WIWnjE7sqHzfMhnptr4JcjeZXIjSqi7UHT38Yjop5UYrM2v7u5tbCZiEZ7C7u7C45PPfM2HzqYldMAfxhdoQfzfPhR2mQHZw/5g1cD498AtcRKTftDCSyLvdll/YrD7V0Wl7QvRVE8b547WVnTAN8Z5e/zwWOZmIY9Zk0HTy1x6F3+jz2W1NYa/poMt9NSIyMvZuuEVykkb/fYh80hfZJ74NEaOjoPyVhQlwwNufSOINPSj9HyNv7vYIvmymTK8qFWRY67U+A60E/FPcFivZtqhZNQoFGZml29FQ+8zXPnPklw2y2tjw5gRcEw3ZfNPxF7NeNoYUcfCJRFHXRm4s/Aghidw3fQZ4MxQYnmd8RzFBT3wbwNMGnopqMZPQXwGCZW9BDSfm74P0VDeb09HjieQ5aWYcSclhCq07/ibenZQETerDwCl/NBtqsOLdoDCxdN7/ACdgk8ElegMT5sd9xgYRV1kAE4XmHtMcQRx+TZsGyiDg3/1XqbkjqRNcXWXRZaQ4CjD5ve4S3Ypbf0YJwuuLcNoC7oIgnBRm9rmQP2B2D/6IqfV+aJwPLgaIPNvMqTAkusHEJBeWlY2fewNUstR2DxDHmbjm6DAuzCH14f08baqtHcDI0PgKkfHvhI2NrXp2TQS9nvCYNlfE8lYu8Jc3ojp5HCxOwpZFIOwOLZOQLfH9IHM2AXEY8H4/EKomGWXJwGkYtG4LlodJefDYsvZTaKXVfK04fT2SgN7Wt1BN8XGiCDQ3lijxWYFBaq6FGZcgG8/nFMYCEq8UtR+gCNiAlYxKbOLQ/OFeBI3Kb1SxW46gn4NpKa3iNgTHJBnhZjU8L3m16vd4gVrQBPHrUc30vCvFf14kthB+qzABtqQakCzwRaY+WPwFGUzun1XQYWenIRW4CjxNt0DGXpwJPHpccPy1Jh6XPYSx2I5M3AQvSU19NoigxOoU8LKDdFcZMvfQUYD4JNPxw9oPIdXcAuRh7Wx8XFzIFhWlIf+lZg7GhX9VrQLcAaAWH17wmioX2rwIlTmghnAhYZ71CvQQWelHcMN0nLxSZkMqDf6V/1t6zAK7y1hSbjPtTj+OMqKvSu+NnRCrCAfbnFtBQPzqlCnwujR/QmHy4dW2VR4dXTvIHZ8dgAJw75qUo0YaZMq7a2RXFwKHEzZ1VgWjnaCUu88xClDgmBD0YXsIsB8fGHRQnYV+SW3sRtgMmhWNUvCVap2aMduiKKsxv8+igVmGYtoexzz0EXmHiHG9GKTDzl4Xj8QAcCR2YiSX4Ke98KLM7ys9zjbJlsneZfYY+V4VwLrYRFUwBA5XUOzfJ5mnhSywRDZ2zmXZuf0G3YtkIFRnuTa6phWhK1qsy4y3AvSwM2hXhEuT6Po6EFN77DBDMbCNg/w9seObACkxbSpx+i/+BT1v06A/OitF+s0GO1tYkNrUlilQzY0+CW2bTsgI1gcVTS8pYyYwFH5fqM/42hoQUXhtYkwXcZuM7p6YAtMGpjbrOSbLGbZut+ndqw4REHKu9wL1i/YVK7Y1zHgQcOc/awDTD1txX9CT4oZ7FTom78tMG5jnwb1masHSjtt/l2zM5j4gnij1wAa5sS5O2Bo0f8LPguJItskySHbonmzm5vz7Ib33oV3rF6JJInEwKvj4xW2gBrs/4r9sAU4NSLEj0mmGdVfcXgK+vd0uY+wEYtKkYfNhXesXokkomV9ETTzzRgFTJgD0wBP52M5lzLM2HRO+Q0vGZ4rCxDJouWluwPEu+QsTMz8KRKeoz4uw2wsrI739i4sgfe5df3B8lx0O83AwvoEftLaGxfaLxjmZSyTKqkXQLLdboP+2u2wEZjq6WWMB6WdO9Scx7mabVQG75VeEeG7XiZeO3hREOkOjAzLNAfPnQANnj6ZQClxER++ykFmEIeLUrrtsp7MV4PzGTi1aWTAe9RiDUEz+SN0roZ2DYDK2R8gD4e0Tw/CvVq2ozFtITeAlsmnq/CLRe8ky+Yngh4lnZLYX0RKz+sqgvzRmBtGcYCt2MS5/n19vUl7gBHK7Obu0DbWNDGYZMqaCYTx2iPx0+9t3DINlajndLI9ij5QFrmV+0g8MaR0loHG1pkK0auoZrIph62REbmF9LyoT7ANwrv2Aqa5WniCN74wBTJkCFyYaBgci4LEkCBs46xsYI8iEo+rrouOA3zWiSOBqNUV2qGbX+TpGVYfoDnT2WLciwXSZPJ9/EYHzg6r40ZUGguRrmkbS8MEoCaDBfd1nZ0AdjmXltiV1mIh9IqytUjKMHpD254J3eGJ2jD0X19ZWmOanIbTuXddjjB0pRXQ6LdrJiRpj2wWHyjEWTISxIB+8tFkHaUDniyWekuhlkmiEkvgFRRto8N0LafSagdQp3fm9ZX0c3FxL5yLg37hh2DxMQctoRIKLaUiq1GUkuUmCSX79gegwY8+eTwCYAThhVl9N/gyDzcD/uqfqJhUUVMK0JFYZYWbxVXkxkoJmkI8bbcficxOJSkJuadxNLCoplXpLbVm5tfWxGjm7vzvOxuc8v0lHO1WeuoYHSwdnX4DDXVKZye3v1BsTgmLV9XQ8OTOA/cfBza4IpcWPOcHcPSK/PUHQNyb/a3f3v9dOf1zlPVgJ6Y19Vk+PEH0q5VRPHswsuLi/rscufSzzLfP9q7720aeScvX7ezOz4BzwgRhbfNprF8vRM4hLq4Wt5x4zNoxd7BhRF3YntDEXc7iE/kEE8vrPGaec9dla/gcu7/TS4xFKNW3En9BU3cbg93c1qLSrdpxqVBfle8rmfRfrghYFE4u28pXVTPk/j7vLhfkXbNYPaCuFiZrbzehy55p1gZ/uOnL+KoeGCHy9wjl7xTrM+694kXCoti760dLVNXrtQzyRRfxfuki++Q9uD+uT1u8747dcXSnWYB3iezPdDFOHtrW5dZ833rtvkKU3625BOtvxOjwsGFfeF6JxgPtZfpvsRz/QuWUBX17PXUtL2RLJOOGZrlWlsxjfWesYbrhIvaaprqfA2rwu9dFzDFBc4OHl4MoyXjaqrqfB2fS7uGVZYsHtIjWO9QWvL1pypefNQ17HMwZJ20eTMe49Y62h46asHasOLBp/qZi7Po0CRHv4zr+OKh47IWsTeYZTLYmtVlRfmZEFbo9Oa//PY3O69fv955uqOJGprz/rDzze1vT7+5e/sunn/6w28GvRFpjiJ2/xEeXpz84t6csvnVBh+lVdeo1eaMW4h9q/96Ko8G/vANv3Tr9u0NOK0Nhqe5NYJ46n0sZLFXXOKmdcu0MYWNntwi3GQ9XIFAXduKbPfZkNsAjoZOCp9uCbyBmCtjvYnOgbwroCfL7QTdUaYf+sD4SS0f95WVAtzyNp/jBT4ajumzO/KdQJ9WPwxP82plSBGL1/hBy3sfBXXKVO/s7Ozg7cP7Fxd/UwbF4lluFl1YGd8PAUT4dVkhfQmHP4PAd2mVlnImpL0KLMShac4PA3a577+9rGPvhKDEeX7OlGuzeUvJnD9jyFxbBYYON386BOmlGR34lrqJJ33yphEKmoEd0hwG7Dau4yTHci/K9S4KsL8OhsxV+yowP50wBNJqoeNXgG8/V6YHsF0jAVbl+R0asFOaQ4Cn/5qlWeJ/NPWhMjDt9G3InDzNPwS37/JfAgyx5bSrQRn4VJ3eFJPgaED6PMsDO6bpDDylwoo/JjENaZe+P7EBToElc3UZ+Bsj8LevsR4X8wpwRT5chv2VaDSxJg/+q8COaToCT/fJ4cdv3r1/8eLF+3dvvjMS/+nECtzB3JsyR3tA2wA/9e6c0sQVP+3jqdyxVIS1hEhLUUmnq8AdOLRP0wl4cZqPlT7+4wuN68W7x4ZTL6zAVXhuzNzz5zQ5zQ64SZZGiwFrs/HSAPtHvSj7ZpIGXIX9U0Oay8tymg7Ai9NYWG9O+GI8+d0b/uR3LyzAYAa+fZvybgO8wwyrOk3i4qYZh2nce21lj3anVoHBDLy7K6dpDzxN+Zbe/M5s33/Pdael7w3AhRmPH05NwHfv0hbJVmBUYtVKGpL9UNGwkjhfocX+NWi0PEGaG0JpblxJhjTX9uQ0bYHdflpJ5rU6NF6+jPlKvUNbIfvg29sW4Iy/VIe7t0zAtzHTXbaTwaFh6XQp1WZf8Qz4krB7yNK8qhnT3NuT09yzMy0fTVGfv7Ph9Xp51fWOq/DPIRlZhW9umYBfn7I5vzs7lm6pT+1Xgrl5rkoz5FxZMZZnr1iacwsm4M1nmCbYbfcwVZDy8XtbYC//SjjgHyiL3z41AzeZW3DX+9oIzPpa2twgGj0yfiKMCVXs+ZXogDyS+RUTcK23sEFN3Vq8030f/c2JLe8JV6lL/CU7t27deuo1Az+l4zteM3CSbEm2mwNNi+eXdMnSjcDGZi862J5bSETNwAk8vr1p5b0znf38wpbX6/0T1+KslcAKTNJsmoAr9EMGTkjWb88xL+rZluKLWYDtAh6Lly+nc/gf2xcwdsdcK/6j5SIrMDO4L35jBG5rwLQGESx1mnXDyrf8bIBteqNpI7Ken5yAeUVtrfYm4NtPzy8eHpyJ0U3JAMwUswwsrlxZpiaS9AHkmMY4wE+m946+HwfY+lZMwLsHPTZTixZ988BSuqsB99bY14TNEi8oE8ZHAotPpqzNI4C/nwC4poyDmYGB1i/IWrrHdk6PWD8w2FaWBIwAXnzy8lqcfWvzVOSEAx5ZpdVPiFhKWIIlAr7anVsBxQs2V2t10ccw4MXFy+NrCU469krGKm18K6idzv9mnzkzcG2XLK2MzJopseUCkO4a9udJNeQJxY7AonD56Bpi7Yo4K62f9Ive87Tei/sHPUvm6FMt1ja8uwcNsqPrlSotjIhH4JT2Cgvz3y9JJWVjyh54EWmvo+lq4twtcU6iTnvyH2/PLp/cefTvxsz9/IcHrx49uvPk8vdG4PlZFmpOpmi1T5mtCphdoKhsWl9vOqSEF8XLR8fXGaYjcTQ8LC8Faf/rP19+uLe+vo45N2RO3p4CT/SN3dJ8IrErsdBFmAHnV1FhJxaQWNLClnmlXzID7yVQTV1n2SriUKdPuBqNTbh58uIv/8ZVLVtgD8WrDMD/+ocHP/6eLU6SgT1sl7SouDmvbyTWd9DSaZtO+zqk9M6W+L1+xeMXzZO/fP+L4WWPCRyYIZ6sRwPON2Dv75eXl/QRcDmCGw/ALgO+3L4ZYGNEQxPOsHxz8pf/MTekvilzqudnAo6UK9gVpzwaMPW6f/2A8lf1E51BgP89JvnwZ4c0r11sAgC8r/TY+87SkvpZPv6chmJF/i0ehgYPvLqq8GrAHvRwC/1WuqEuO6xCQC7KmEOan0B+sgBzDXj9v7+z3IDFJtUNG0vJS+3oE1/cB6HR8CgWQnJBacCljjwel5X3HUqryw+d0vwk8tN7QxDvPY/4y2Pr9ah3Y7xVHAs1GM4SFgv3hXkaalHrpQbsKS118H4fu5/2zVPeiFOan0Yev9HCtCcv3hgQrV9e9nT5Je7yRWH2nbM61B0G0xTgWIjdmFmV1w3nsXwV3eSY5qeS+E/vXpycnLz400+jlWPJsPsfSVf+5mjHcbiU1lJmSUFVqUADDbosFW4ABEoj0vwixGczbk2dTG7YwHaR+Q7UeiuBpC/MvpaWaY9M84uQeLhhylqGDfWV+gXD0Qj3e7icRK0UC1X1Q9m2f3SaX4aUUkGDtNSa3DVsRevX/2rl8J78DN7ZDxc6oWSgXm75x0vzVy/xXLyUy30ys+KrfJWv8v9K/g93wJ1XGztWH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6" descr="data:image/png;base64,iVBORw0KGgoAAAANSUhEUgAAAPAAAAC0CAMAAACdQlHaAAABgFBMVEX////CzSMAAAA4fCyMjIzf399MTEy8vLzG0SSIiIhvb29QUFDm5ubL1iWysrLz8/OvuR+PlxopKSnPz89oaGhobhM1NTZDQ0Pt7e3Jyck9QAs9PT16gRYRERH4+PihoaGAgIAbGxtKTw5cXFy+ygAiIiIyeSzAwMC2traTk5N6enotLwgLCwupsx/Y2Ni8xyKnp6cgRxmaoxwXFxdYXRD6++0dQBcWFwSHjxkTKg+fqB1wdhQqXSFDRwxSVw8pKwfX3niUsCcYNhP2+OEgIgZgZRF1ninu8coodRjl6qUJEweuwSWCpSnc4ozf6t3Q2WFGgywybicRJQ0YGQQMHApOikRjkyvF2MLp7bTJ00bj6KE1OApwhR0ZVCGPsoqkwqGPrShEbB9beR4ZcQB4onJelFYtYyORlj/m7YzN0J1ISDvy9NWsxYOFrX++1btZW0WMj2BSihdomWHI1XqZtkWErGicnYrO3bdolku5zKG2uJ95e2QzVRu/x07V3G1xdiuP/4qFAAAcQklEQVR4nO2diVsbyZXA1U9XS0IHktCB0I0kJBpJFjBgTmODweADj23GmPXYSezJZL2Z2c3uZrKbxPnX973qq/rS0cLYs/H7Phvoo7p+XVWv3nt1tMfzVb7KV/kqX+WrfJWv8lWmkHuv1j93Fm5WXl3+cwF/EBY/fO483KgIwuKrz52Hm5RHi4Lw5HNn4gblWEARP3cubk7uXRLw4r3PnY+bkvUniwz4wefOyE3JHcYrLN753Bm5IXkg8/7TaK2XgiqX/xQ98bGgy8vpkyv5u/lUvNudmT6pa5F4N9VK+VPdbhz/KKVarV84XnFq08Pf72SzjUw4W6j7YjP5djtGz1zycdJvtfH/crCr3pNqc2fb8l/tWIrLs+F+X7uPLzNf5g+V6fXGY9oVfu3WWLiQhEwkky2E27GZcBKgtiXqwHemM6fjlQzoIuGjoJj15MIS8NJg/1czkTK7qdwwnE3KP4rJgC8upzpjuh+vSZlugvSMJ17XL8ssybf2C/ytUoH9WOvpRfxkqp54iWgCvnYr2wi1O4EqQCFbhDIeDkR0KUIhEgkkV+nZhIzZ485moEE/slU6HSpRsjHj/ZEAO8ffFAHoeMogqZclIUtl3GIvHCtLIRNrtyPZBl3Wh2cDvYiF4yl4y1hsoTz+UspmqIoF276cJwyFNET4ywJA16SWymGG1Idk3vDSwvQjHuxX8JV0MJ143Xi/x9NmhcwfCUPRn0QaRboAWMR9BAxTUfszLIEStrAZzwzALFenp9BaWJCNFCuSbrLRUo/6IJmGgBWYoPJYMpUyJLvc2ZgMTJJPI3GcgA33y8CZEn/E34B0Qb/TT8BlrM1BpqmWGplgTD2XMwAvPnLNi2+uIee8jDUpWU+pwJEgQD2mXxjQ/yohMeY+k+aApYJW4KUwq/Qx4/3dCGu/2T7/9DJLKMseWipnoDCT0vLTxyawWlSvNwILH11rrTBUU+qzk6S7fCUFOI5KJ6DpTQTGzKlIWIhtzE9QBy5isWqlV4DqDFN63P0RkJL5CiYS5gp5pg7VtAQSvqxSh5SWvyq3YzyFSiNTldTrTcCuox6pJPjk37IQaHXbWSQpycCeXNoIXISsmld/FtKxBugFSMCg9eFyYzTfH+lid5OGVa3doCxJRV8/AxV2T93v6UBVOY1VL+9vxX5WXrMJ2HXUow0ZpSk2WFvyR6CaV4DxP0OG8eXH9fuywYwjcC7LEjPdn6a74w2oa6lgudYhm6tAfQZTbPg9qQaxq8CIfvz3XZBSNsAutVY8DHXl1zBIpC5LwDLEgEPOwMHVZMUZuOSDVY/lfgbswdbAN2NUVO0KXVeBQq6EVV49QSXsedATVzYgawP8ozvgbgHKKnuEuhs/ae38aGB/BiIFR2BSCA7AOShKwKtqbLp1BTju19UEK2Hm/m6yojYBC5fugPNV0FrUTAXVaLHSKlDHOAoY/8y6Al6CTF3veemxaG6owG0o5jhgZmmIiV2qhWZgl2GevAS6JVBKkRKtFqBRwk60Phw4AgVn4FIIGg7AMUi2Ig3e/OjjnTJwSa32PLAgblOXHzcBuwzzGIDJZfIxszWbZQ1tCHApO6yE45hzZ+Cun+vBsOzqKrCHb9468NYh9iQxOB0YgN1pLeyV+qZDIWaqN2wyPH4bbjE94AScQgW5xD2xVZWBs0usQzYDC9E9i/Pg2tbCXqhiPpZDk0JiR4cALxWHaOlcAzXuMOA89kXcE8MQIeAAFrJurhJwVCSJJmqHcLq3xRcweoiugPExEetBNO8yreHA2A8vJU3AVQXCnwaJlaAjcIvTxowNjyFwWLWyFOCF7Tkm23sIPLciGMRlXKsM1aD1KBIXrRmWdG8ALa1w1wScVPR9GRVAyDMK2NQ1hQk4QgYIB/zM4DsfGpSWcOlOa+UC/EM0kYsgZLaltT4bO09/ygCs+DzdDuVN8X+GAnOehydegHyIgNN6TUdg8sA1ScJygifuuXSJ0SeqlCxHkagQN2e4rlbDeIhccnvgGPnLErPHhwEXNZuZCfbOIaibgTN8Q89rSkwRl8Zltwi6Q8rlYLUYM2dYzWEKkbBamICzLeW9xdF0kWIjgNHVSnMmdTwNBfjrz2ZgPkczZsvDXSAvRTUV6l3zcexn2+YMy11GnyJqqFVNwEUottWagvZ4Y6iWboEU4p1Lss1hYzDH0tUBoV7WDS/sLQ1VWnTVL+GbrUYo1hT2m+p1GtIlk7eTrdezcjiP9d1mYK4fRqUXGw4MpSRkeOXRgcOtBVO3BJwhUgFp29ARu4sBoC3d98jWVShvQMb+asZnVlokq3WfbJwNAUZLKzwCOGfqmnJFmJuVXVMN+EhXk9hX1wwF7DJySU/25NFOIL8hzBtdCGsGDtTr4X4wr2INA5YDgMOAZygQpJ8lovkEX80ReGsosKvxFgaM7TXsb7O2rBvWWMI5swM/E+f0zAjgwChgTypj0JYVWO5tcEb2SGBXoVoGjNYHhV3KfE/rqWNu7CIW4wJn46URwJ4/G0IBBLxAsbBxgV25DzKwR45y5GKoCRWtkStYtfREwNBom5WeAfiXlz/+fRnqejdEwCsc4WhgN/2SAoz+uk9hUBRJTEKTcypgzGzFCThFXcxidJMvYgRO9NAvUh8yGthNv6QAk0tKpPGkYgXn0BCwBOHCxp7LZEtLVdBUbLwO3TC6mNb77/0M2S7BbEdFQdyHhvYSCVgcbPBBvBFt2E2/pACTm4iGA2IrirNMcaRgxtQtMbNgHeXe8fHLP/wMPLDEd5qefotiMlXj/c/+IazMszdLNWB3SxBXOJOaAffmNEayrLgk0whs5HUVm1aBPf6ObFLI1tKSBFlPCxkqei2mgYDkLw8efXxyKSyiHALFVVWhN2YcWolRetz9bUxubhlNHKr4M/hul1dEYVtTGgxYEBPz0JBfY45GBbSAwFIGjgSzTAPsiQexX+zLg0yIig0tBI08b72n+g3YjCrTLMQtrBG8QeoPRvgonie+Csb7S3mqQJJiLObwfWyK4sq+VsSshFmhN+QyzgcgsyS3onioYbKkWR5cWB6sf+jW01RU+UZWSX0VikHS0xXT1RGYUx8qzqFhYjxLY1E6L6kt0/2k2NKaHqjCXE8QF6C4pAPLbxJdMfZWfGoCMSrsLUsBL7roiLsFSHcDLCAdzycDnlyO9Bcb3aKgeGqGkxzaJgsa8AAbI392JkV6OsJmKHhyKezgDk33pyJMdefkv5aohFkVjrCrcmG4Yo1UpHYOHX/c00YNmsv525jw6VrPXL4uO+K2HKWkvNYbhUqA3mWywtpmyjyAD2j8aY+N7lvOPquh5gu0gsElSmV79tRyxRp/0yEFqejFqaI4B2Ji+5AUQqcO9XCAuSu1WRtedx1xDt20TFmOU4CitxT7shQLgFFqK9yQ9Nae6ezyZmLhUP1jf1PobV4ZL9hf6A32tLdYG8gJLSgv4dm2+jZFYTB3qN+2sTZr7pAU4DsugD0lrE34fy6Yrvc7ybSvm9Na2b2PCaMYXrPYM51FHSsk5OxfzbLaaXOBfpOWGHeWS3u29mxjYXd5b22AV9ryYkfsBthR7n1cFE1iep7NWVGMMhHtrjAesqRjSptSoX9OtILr8SV73FfiouODvhi5Pt4Hl78C3OubN33vyedGGU8Wrwd3/dWic7P5omTxWpa3fLjza6jNTK5lZvzxF9h6ez3749exnufl5c2yjCPigcMJN8a0UdYffXnFK4hnb6P2Z9xO5dF5v8jmKz48c1Ci0wJ/obxnFw5NeNrVLet3bhRkXBHf3nc6Nd2avPWPX2L5ooo+P3AyC6aYU+vR1gR9aRK9f27nCzOZCvjVl8kr9poPHe2+aYBfOiX6mUW833TS0VMBHzul+ZlFPGheOBv27pfk3fsC7SsSsXfRdFRZ0wDfrMISlUgGi2WIWnjE7sqHzfMhnptr4JcjeZXIjSqi7UHT38Yjop5UYrM2v7u5tbCZiEZ7C7u7C45PPfM2HzqYldMAfxhdoQfzfPhR2mQHZw/5g1cD498AtcRKTftDCSyLvdll/YrD7V0Wl7QvRVE8b547WVnTAN8Z5e/zwWOZmIY9Zk0HTy1x6F3+jz2W1NYa/poMt9NSIyMvZuuEVykkb/fYh80hfZJ74NEaOjoPyVhQlwwNufSOINPSj9HyNv7vYIvmymTK8qFWRY67U+A60E/FPcFivZtqhZNQoFGZml29FQ+8zXPnPklw2y2tjw5gRcEw3ZfNPxF7NeNoYUcfCJRFHXRm4s/Aghidw3fQZ4MxQYnmd8RzFBT3wbwNMGnopqMZPQXwGCZW9BDSfm74P0VDeb09HjieQ5aWYcSclhCq07/ibenZQETerDwCl/NBtqsOLdoDCxdN7/ACdgk8ElegMT5sd9xgYRV1kAE4XmHtMcQRx+TZsGyiDg3/1XqbkjqRNcXWXRZaQ4CjD5ve4S3Ypbf0YJwuuLcNoC7oIgnBRm9rmQP2B2D/6IqfV+aJwPLgaIPNvMqTAkusHEJBeWlY2fewNUstR2DxDHmbjm6DAuzCH14f08baqtHcDI0PgKkfHvhI2NrXp2TQS9nvCYNlfE8lYu8Jc3ojp5HCxOwpZFIOwOLZOQLfH9IHM2AXEY8H4/EKomGWXJwGkYtG4LlodJefDYsvZTaKXVfK04fT2SgN7Wt1BN8XGiCDQ3lijxWYFBaq6FGZcgG8/nFMYCEq8UtR+gCNiAlYxKbOLQ/OFeBI3Kb1SxW46gn4NpKa3iNgTHJBnhZjU8L3m16vd4gVrQBPHrUc30vCvFf14kthB+qzABtqQakCzwRaY+WPwFGUzun1XQYWenIRW4CjxNt0DGXpwJPHpccPy1Jh6XPYSx2I5M3AQvSU19NoigxOoU8LKDdFcZMvfQUYD4JNPxw9oPIdXcAuRh7Wx8XFzIFhWlIf+lZg7GhX9VrQLcAaAWH17wmioX2rwIlTmghnAhYZ71CvQQWelHcMN0nLxSZkMqDf6V/1t6zAK7y1hSbjPtTj+OMqKvSu+NnRCrCAfbnFtBQPzqlCnwujR/QmHy4dW2VR4dXTvIHZ8dgAJw75qUo0YaZMq7a2RXFwKHEzZ1VgWjnaCUu88xClDgmBD0YXsIsB8fGHRQnYV+SW3sRtgMmhWNUvCVap2aMduiKKsxv8+igVmGYtoexzz0EXmHiHG9GKTDzl4Xj8QAcCR2YiSX4Ke98KLM7ys9zjbJlsneZfYY+V4VwLrYRFUwBA5XUOzfJ5mnhSywRDZ2zmXZuf0G3YtkIFRnuTa6phWhK1qsy4y3AvSwM2hXhEuT6Po6EFN77DBDMbCNg/w9seObACkxbSpx+i/+BT1v06A/OitF+s0GO1tYkNrUlilQzY0+CW2bTsgI1gcVTS8pYyYwFH5fqM/42hoQUXhtYkwXcZuM7p6YAtMGpjbrOSbLGbZut+ndqw4REHKu9wL1i/YVK7Y1zHgQcOc/awDTD1txX9CT4oZ7FTom78tMG5jnwb1masHSjtt/l2zM5j4gnij1wAa5sS5O2Bo0f8LPguJItskySHbonmzm5vz7Ib33oV3rF6JJInEwKvj4xW2gBrs/4r9sAU4NSLEj0mmGdVfcXgK+vd0uY+wEYtKkYfNhXesXokkomV9ETTzzRgFTJgD0wBP52M5lzLM2HRO+Q0vGZ4rCxDJouWluwPEu+QsTMz8KRKeoz4uw2wsrI739i4sgfe5df3B8lx0O83AwvoEftLaGxfaLxjmZSyTKqkXQLLdboP+2u2wEZjq6WWMB6WdO9Scx7mabVQG75VeEeG7XiZeO3hREOkOjAzLNAfPnQANnj6ZQClxER++ykFmEIeLUrrtsp7MV4PzGTi1aWTAe9RiDUEz+SN0roZ2DYDK2R8gD4e0Tw/CvVq2ozFtITeAlsmnq/CLRe8ky+Yngh4lnZLYX0RKz+sqgvzRmBtGcYCt2MS5/n19vUl7gBHK7Obu0DbWNDGYZMqaCYTx2iPx0+9t3DINlajndLI9ij5QFrmV+0g8MaR0loHG1pkK0auoZrIph62REbmF9LyoT7ANwrv2Aqa5WniCN74wBTJkCFyYaBgci4LEkCBs46xsYI8iEo+rrouOA3zWiSOBqNUV2qGbX+TpGVYfoDnT2WLciwXSZPJ9/EYHzg6r40ZUGguRrmkbS8MEoCaDBfd1nZ0AdjmXltiV1mIh9IqytUjKMHpD254J3eGJ2jD0X19ZWmOanIbTuXddjjB0pRXQ6LdrJiRpj2wWHyjEWTISxIB+8tFkHaUDniyWekuhlkmiEkvgFRRto8N0LafSagdQp3fm9ZX0c3FxL5yLg37hh2DxMQctoRIKLaUiq1GUkuUmCSX79gegwY8+eTwCYAThhVl9N/gyDzcD/uqfqJhUUVMK0JFYZYWbxVXkxkoJmkI8bbcficxOJSkJuadxNLCoplXpLbVm5tfWxGjm7vzvOxuc8v0lHO1WeuoYHSwdnX4DDXVKZye3v1BsTgmLV9XQ8OTOA/cfBza4IpcWPOcHcPSK/PUHQNyb/a3f3v9dOf1zlPVgJ6Y19Vk+PEH0q5VRPHswsuLi/rscufSzzLfP9q7720aeScvX7ezOz4BzwgRhbfNprF8vRM4hLq4Wt5x4zNoxd7BhRF3YntDEXc7iE/kEE8vrPGaec9dla/gcu7/TS4xFKNW3En9BU3cbg93c1qLSrdpxqVBfle8rmfRfrghYFE4u28pXVTPk/j7vLhfkXbNYPaCuFiZrbzehy55p1gZ/uOnL+KoeGCHy9wjl7xTrM+694kXCoti760dLVNXrtQzyRRfxfuki++Q9uD+uT1u8747dcXSnWYB3iezPdDFOHtrW5dZ833rtvkKU3625BOtvxOjwsGFfeF6JxgPtZfpvsRz/QuWUBX17PXUtL2RLJOOGZrlWlsxjfWesYbrhIvaaprqfA2rwu9dFzDFBc4OHl4MoyXjaqrqfB2fS7uGVZYsHtIjWO9QWvL1pypefNQ17HMwZJ20eTMe49Y62h46asHasOLBp/qZi7Po0CRHv4zr+OKh47IWsTeYZTLYmtVlRfmZEFbo9Oa//PY3O69fv955uqOJGprz/rDzze1vT7+5e/sunn/6w28GvRFpjiJ2/xEeXpz84t6csvnVBh+lVdeo1eaMW4h9q/96Ko8G/vANv3Tr9u0NOK0Nhqe5NYJ46n0sZLFXXOKmdcu0MYWNntwi3GQ9XIFAXduKbPfZkNsAjoZOCp9uCbyBmCtjvYnOgbwroCfL7QTdUaYf+sD4SS0f95WVAtzyNp/jBT4ajumzO/KdQJ9WPwxP82plSBGL1/hBy3sfBXXKVO/s7Ozg7cP7Fxd/UwbF4lluFl1YGd8PAUT4dVkhfQmHP4PAd2mVlnImpL0KLMShac4PA3a577+9rGPvhKDEeX7OlGuzeUvJnD9jyFxbBYYON386BOmlGR34lrqJJ33yphEKmoEd0hwG7Dau4yTHci/K9S4KsL8OhsxV+yowP50wBNJqoeNXgG8/V6YHsF0jAVbl+R0asFOaQ4Cn/5qlWeJ/NPWhMjDt9G3InDzNPwS37/JfAgyx5bSrQRn4VJ3eFJPgaED6PMsDO6bpDDylwoo/JjENaZe+P7EBToElc3UZ+Bsj8LevsR4X8wpwRT5chv2VaDSxJg/+q8COaToCT/fJ4cdv3r1/8eLF+3dvvjMS/+nECtzB3JsyR3tA2wA/9e6c0sQVP+3jqdyxVIS1hEhLUUmnq8AdOLRP0wl4cZqPlT7+4wuN68W7x4ZTL6zAVXhuzNzz5zQ5zQ64SZZGiwFrs/HSAPtHvSj7ZpIGXIX9U0Oay8tymg7Ai9NYWG9O+GI8+d0b/uR3LyzAYAa+fZvybgO8wwyrOk3i4qYZh2nce21lj3anVoHBDLy7K6dpDzxN+Zbe/M5s33/Pdael7w3AhRmPH05NwHfv0hbJVmBUYtVKGpL9UNGwkjhfocX+NWi0PEGaG0JpblxJhjTX9uQ0bYHdflpJ5rU6NF6+jPlKvUNbIfvg29sW4Iy/VIe7t0zAtzHTXbaTwaFh6XQp1WZf8Qz4krB7yNK8qhnT3NuT09yzMy0fTVGfv7Ph9Xp51fWOq/DPIRlZhW9umYBfn7I5vzs7lm6pT+1Xgrl5rkoz5FxZMZZnr1iacwsm4M1nmCbYbfcwVZDy8XtbYC//SjjgHyiL3z41AzeZW3DX+9oIzPpa2twgGj0yfiKMCVXs+ZXogDyS+RUTcK23sEFN3Vq8030f/c2JLe8JV6lL/CU7t27deuo1Az+l4zteM3CSbEm2mwNNi+eXdMnSjcDGZi862J5bSETNwAk8vr1p5b0znf38wpbX6/0T1+KslcAKTNJsmoAr9EMGTkjWb88xL+rZluKLWYDtAh6Lly+nc/gf2xcwdsdcK/6j5SIrMDO4L35jBG5rwLQGESx1mnXDyrf8bIBteqNpI7Ken5yAeUVtrfYm4NtPzy8eHpyJ0U3JAMwUswwsrlxZpiaS9AHkmMY4wE+m946+HwfY+lZMwLsHPTZTixZ988BSuqsB99bY14TNEi8oE8ZHAotPpqzNI4C/nwC4poyDmYGB1i/IWrrHdk6PWD8w2FaWBIwAXnzy8lqcfWvzVOSEAx5ZpdVPiFhKWIIlAr7anVsBxQs2V2t10ccw4MXFy+NrCU469krGKm18K6idzv9mnzkzcG2XLK2MzJopseUCkO4a9udJNeQJxY7AonD56Bpi7Yo4K62f9Ive87Tei/sHPUvm6FMt1ja8uwcNsqPrlSotjIhH4JT2Cgvz3y9JJWVjyh54EWmvo+lq4twtcU6iTnvyH2/PLp/cefTvxsz9/IcHrx49uvPk8vdG4PlZFmpOpmi1T5mtCphdoKhsWl9vOqSEF8XLR8fXGaYjcTQ8LC8Faf/rP19+uLe+vo45N2RO3p4CT/SN3dJ8IrErsdBFmAHnV1FhJxaQWNLClnmlXzID7yVQTV1n2SriUKdPuBqNTbh58uIv/8ZVLVtgD8WrDMD/+ocHP/6eLU6SgT1sl7SouDmvbyTWd9DSaZtO+zqk9M6W+L1+xeMXzZO/fP+L4WWPCRyYIZ6sRwPON2Dv75eXl/QRcDmCGw/ALgO+3L4ZYGNEQxPOsHxz8pf/MTekvilzqudnAo6UK9gVpzwaMPW6f/2A8lf1E51BgP89JvnwZ4c0r11sAgC8r/TY+87SkvpZPv6chmJF/i0ehgYPvLqq8GrAHvRwC/1WuqEuO6xCQC7KmEOan0B+sgBzDXj9v7+z3IDFJtUNG0vJS+3oE1/cB6HR8CgWQnJBacCljjwel5X3HUqryw+d0vwk8tN7QxDvPY/4y2Pr9ah3Y7xVHAs1GM4SFgv3hXkaalHrpQbsKS118H4fu5/2zVPeiFOan0Yev9HCtCcv3hgQrV9e9nT5Je7yRWH2nbM61B0G0xTgWIjdmFmV1w3nsXwV3eSY5qeS+E/vXpycnLz400+jlWPJsPsfSVf+5mjHcbiU1lJmSUFVqUADDbosFW4ABEoj0vwixGczbk2dTG7YwHaR+Q7UeiuBpC/MvpaWaY9M84uQeLhhylqGDfWV+gXD0Qj3e7icRK0UC1X1Q9m2f3SaX4aUUkGDtNSa3DVsRevX/2rl8J78DN7ZDxc6oWSgXm75x0vzVy/xXLyUy30ys+KrfJWv8v9K/g93wJ1XGztWHg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8" descr="data:image/png;base64,iVBORw0KGgoAAAANSUhEUgAAAPAAAAC0CAMAAACdQlHaAAABgFBMVEX////CzSMAAAA4fCyMjIzf399MTEy8vLzG0SSIiIhvb29QUFDm5ubL1iWysrLz8/OvuR+PlxopKSnPz89oaGhobhM1NTZDQ0Pt7e3Jyck9QAs9PT16gRYRERH4+PihoaGAgIAbGxtKTw5cXFy+ygAiIiIyeSzAwMC2traTk5N6enotLwgLCwupsx/Y2Ni8xyKnp6cgRxmaoxwXFxdYXRD6++0dQBcWFwSHjxkTKg+fqB1wdhQqXSFDRwxSVw8pKwfX3niUsCcYNhP2+OEgIgZgZRF1ninu8coodRjl6qUJEweuwSWCpSnc4ozf6t3Q2WFGgywybicRJQ0YGQQMHApOikRjkyvF2MLp7bTJ00bj6KE1OApwhR0ZVCGPsoqkwqGPrShEbB9beR4ZcQB4onJelFYtYyORlj/m7YzN0J1ISDvy9NWsxYOFrX++1btZW0WMj2BSihdomWHI1XqZtkWErGicnYrO3bdolku5zKG2uJ95e2QzVRu/x07V3G1xdiuP/4qFAAAcQklEQVR4nO2diVsbyZXA1U9XS0IHktCB0I0kJBpJFjBgTmODweADj23GmPXYSezJZL2Z2c3uZrKbxPnX973qq/rS0cLYs/H7Phvoo7p+XVWv3nt1tMfzVb7KV/kqX+WrfJWv8lWmkHuv1j93Fm5WXl3+cwF/EBY/fO483KgIwuKrz52Hm5RHi4Lw5HNn4gblWEARP3cubk7uXRLw4r3PnY+bkvUniwz4wefOyE3JHcYrLN753Bm5IXkg8/7TaK2XgiqX/xQ98bGgy8vpkyv5u/lUvNudmT6pa5F4N9VK+VPdbhz/KKVarV84XnFq08Pf72SzjUw4W6j7YjP5djtGz1zycdJvtfH/crCr3pNqc2fb8l/tWIrLs+F+X7uPLzNf5g+V6fXGY9oVfu3WWLiQhEwkky2E27GZcBKgtiXqwHemM6fjlQzoIuGjoJj15MIS8NJg/1czkTK7qdwwnE3KP4rJgC8upzpjuh+vSZlugvSMJ17XL8ssybf2C/ytUoH9WOvpRfxkqp54iWgCvnYr2wi1O4EqQCFbhDIeDkR0KUIhEgkkV+nZhIzZ485moEE/slU6HSpRsjHj/ZEAO8ffFAHoeMogqZclIUtl3GIvHCtLIRNrtyPZBl3Wh2cDvYiF4yl4y1hsoTz+UspmqIoF276cJwyFNET4ywJA16SWymGG1Idk3vDSwvQjHuxX8JV0MJ143Xi/x9NmhcwfCUPRn0QaRboAWMR9BAxTUfszLIEStrAZzwzALFenp9BaWJCNFCuSbrLRUo/6IJmGgBWYoPJYMpUyJLvc2ZgMTJJPI3GcgA33y8CZEn/E34B0Qb/TT8BlrM1BpqmWGplgTD2XMwAvPnLNi2+uIee8jDUpWU+pwJEgQD2mXxjQ/yohMeY+k+aApYJW4KUwq/Qx4/3dCGu/2T7/9DJLKMseWipnoDCT0vLTxyawWlSvNwILH11rrTBUU+qzk6S7fCUFOI5KJ6DpTQTGzKlIWIhtzE9QBy5isWqlV4DqDFN63P0RkJL5CiYS5gp5pg7VtAQSvqxSh5SWvyq3YzyFSiNTldTrTcCuox6pJPjk37IQaHXbWSQpycCeXNoIXISsmld/FtKxBugFSMCg9eFyYzTfH+lid5OGVa3doCxJRV8/AxV2T93v6UBVOY1VL+9vxX5WXrMJ2HXUow0ZpSk2WFvyR6CaV4DxP0OG8eXH9fuywYwjcC7LEjPdn6a74w2oa6lgudYhm6tAfQZTbPg9qQaxq8CIfvz3XZBSNsAutVY8DHXl1zBIpC5LwDLEgEPOwMHVZMUZuOSDVY/lfgbswdbAN2NUVO0KXVeBQq6EVV49QSXsedATVzYgawP8ozvgbgHKKnuEuhs/ae38aGB/BiIFR2BSCA7AOShKwKtqbLp1BTju19UEK2Hm/m6yojYBC5fugPNV0FrUTAXVaLHSKlDHOAoY/8y6Al6CTF3veemxaG6owG0o5jhgZmmIiV2qhWZgl2GevAS6JVBKkRKtFqBRwk60Phw4AgVn4FIIGg7AMUi2Ig3e/OjjnTJwSa32PLAgblOXHzcBuwzzGIDJZfIxszWbZQ1tCHApO6yE45hzZ+Cun+vBsOzqKrCHb9468NYh9iQxOB0YgN1pLeyV+qZDIWaqN2wyPH4bbjE94AScQgW5xD2xVZWBs0usQzYDC9E9i/Pg2tbCXqhiPpZDk0JiR4cALxWHaOlcAzXuMOA89kXcE8MQIeAAFrJurhJwVCSJJmqHcLq3xRcweoiugPExEetBNO8yreHA2A8vJU3AVQXCnwaJlaAjcIvTxowNjyFwWLWyFOCF7Tkm23sIPLciGMRlXKsM1aD1KBIXrRmWdG8ALa1w1wScVPR9GRVAyDMK2NQ1hQk4QgYIB/zM4DsfGpSWcOlOa+UC/EM0kYsgZLaltT4bO09/ygCs+DzdDuVN8X+GAnOehydegHyIgNN6TUdg8sA1ScJygifuuXSJ0SeqlCxHkagQN2e4rlbDeIhccnvgGPnLErPHhwEXNZuZCfbOIaibgTN8Q89rSkwRl8Zltwi6Q8rlYLUYM2dYzWEKkbBamICzLeW9xdF0kWIjgNHVSnMmdTwNBfjrz2ZgPkczZsvDXSAvRTUV6l3zcexn2+YMy11GnyJqqFVNwEUottWagvZ4Y6iWboEU4p1Lss1hYzDH0tUBoV7WDS/sLQ1VWnTVL+GbrUYo1hT2m+p1GtIlk7eTrdezcjiP9d1mYK4fRqUXGw4MpSRkeOXRgcOtBVO3BJwhUgFp29ARu4sBoC3d98jWVShvQMb+asZnVlokq3WfbJwNAUZLKzwCOGfqmnJFmJuVXVMN+EhXk9hX1wwF7DJySU/25NFOIL8hzBtdCGsGDtTr4X4wr2INA5YDgMOAZygQpJ8lovkEX80ReGsosKvxFgaM7TXsb7O2rBvWWMI5swM/E+f0zAjgwChgTypj0JYVWO5tcEb2SGBXoVoGjNYHhV3KfE/rqWNu7CIW4wJn46URwJ4/G0IBBLxAsbBxgV25DzKwR45y5GKoCRWtkStYtfREwNBom5WeAfiXlz/+fRnqejdEwCsc4WhgN/2SAoz+uk9hUBRJTEKTcypgzGzFCThFXcxidJMvYgRO9NAvUh8yGthNv6QAk0tKpPGkYgXn0BCwBOHCxp7LZEtLVdBUbLwO3TC6mNb77/0M2S7BbEdFQdyHhvYSCVgcbPBBvBFt2E2/pACTm4iGA2IrirNMcaRgxtQtMbNgHeXe8fHLP/wMPLDEd5qefotiMlXj/c/+IazMszdLNWB3SxBXOJOaAffmNEayrLgk0whs5HUVm1aBPf6ObFLI1tKSBFlPCxkqei2mgYDkLw8efXxyKSyiHALFVVWhN2YcWolRetz9bUxubhlNHKr4M/hul1dEYVtTGgxYEBPz0JBfY45GBbSAwFIGjgSzTAPsiQexX+zLg0yIig0tBI08b72n+g3YjCrTLMQtrBG8QeoPRvgonie+Csb7S3mqQJJiLObwfWyK4sq+VsSshFmhN+QyzgcgsyS3onioYbKkWR5cWB6sf+jW01RU+UZWSX0VikHS0xXT1RGYUx8qzqFhYjxLY1E6L6kt0/2k2NKaHqjCXE8QF6C4pAPLbxJdMfZWfGoCMSrsLUsBL7roiLsFSHcDLCAdzycDnlyO9Bcb3aKgeGqGkxzaJgsa8AAbI392JkV6OsJmKHhyKezgDk33pyJMdefkv5aohFkVjrCrcmG4Yo1UpHYOHX/c00YNmsv525jw6VrPXL4uO+K2HKWkvNYbhUqA3mWywtpmyjyAD2j8aY+N7lvOPquh5gu0gsElSmV79tRyxRp/0yEFqejFqaI4B2Ji+5AUQqcO9XCAuSu1WRtedx1xDt20TFmOU4CitxT7shQLgFFqK9yQ9Nae6ezyZmLhUP1jf1PobV4ZL9hf6A32tLdYG8gJLSgv4dm2+jZFYTB3qN+2sTZr7pAU4DsugD0lrE34fy6Yrvc7ybSvm9Na2b2PCaMYXrPYM51FHSsk5OxfzbLaaXOBfpOWGHeWS3u29mxjYXd5b22AV9ryYkfsBthR7n1cFE1iep7NWVGMMhHtrjAesqRjSptSoX9OtILr8SV73FfiouODvhi5Pt4Hl78C3OubN33vyedGGU8Wrwd3/dWic7P5omTxWpa3fLjza6jNTK5lZvzxF9h6ez3749exnufl5c2yjCPigcMJN8a0UdYffXnFK4hnb6P2Z9xO5dF5v8jmKz48c1Ci0wJ/obxnFw5NeNrVLet3bhRkXBHf3nc6Nd2avPWPX2L5ooo+P3AyC6aYU+vR1gR9aRK9f27nCzOZCvjVl8kr9poPHe2+aYBfOiX6mUW833TS0VMBHzul+ZlFPGheOBv27pfk3fsC7SsSsXfRdFRZ0wDfrMISlUgGi2WIWnjE7sqHzfMhnptr4JcjeZXIjSqi7UHT38Yjop5UYrM2v7u5tbCZiEZ7C7u7C45PPfM2HzqYldMAfxhdoQfzfPhR2mQHZw/5g1cD498AtcRKTftDCSyLvdll/YrD7V0Wl7QvRVE8b547WVnTAN8Z5e/zwWOZmIY9Zk0HTy1x6F3+jz2W1NYa/poMt9NSIyMvZuuEVykkb/fYh80hfZJ74NEaOjoPyVhQlwwNufSOINPSj9HyNv7vYIvmymTK8qFWRY67U+A60E/FPcFivZtqhZNQoFGZml29FQ+8zXPnPklw2y2tjw5gRcEw3ZfNPxF7NeNoYUcfCJRFHXRm4s/Aghidw3fQZ4MxQYnmd8RzFBT3wbwNMGnopqMZPQXwGCZW9BDSfm74P0VDeb09HjieQ5aWYcSclhCq07/ibenZQETerDwCl/NBtqsOLdoDCxdN7/ACdgk8ElegMT5sd9xgYRV1kAE4XmHtMcQRx+TZsGyiDg3/1XqbkjqRNcXWXRZaQ4CjD5ve4S3Ypbf0YJwuuLcNoC7oIgnBRm9rmQP2B2D/6IqfV+aJwPLgaIPNvMqTAkusHEJBeWlY2fewNUstR2DxDHmbjm6DAuzCH14f08baqtHcDI0PgKkfHvhI2NrXp2TQS9nvCYNlfE8lYu8Jc3ojp5HCxOwpZFIOwOLZOQLfH9IHM2AXEY8H4/EKomGWXJwGkYtG4LlodJefDYsvZTaKXVfK04fT2SgN7Wt1BN8XGiCDQ3lijxWYFBaq6FGZcgG8/nFMYCEq8UtR+gCNiAlYxKbOLQ/OFeBI3Kb1SxW46gn4NpKa3iNgTHJBnhZjU8L3m16vd4gVrQBPHrUc30vCvFf14kthB+qzABtqQakCzwRaY+WPwFGUzun1XQYWenIRW4CjxNt0DGXpwJPHpccPy1Jh6XPYSx2I5M3AQvSU19NoigxOoU8LKDdFcZMvfQUYD4JNPxw9oPIdXcAuRh7Wx8XFzIFhWlIf+lZg7GhX9VrQLcAaAWH17wmioX2rwIlTmghnAhYZ71CvQQWelHcMN0nLxSZkMqDf6V/1t6zAK7y1hSbjPtTj+OMqKvSu+NnRCrCAfbnFtBQPzqlCnwujR/QmHy4dW2VR4dXTvIHZ8dgAJw75qUo0YaZMq7a2RXFwKHEzZ1VgWjnaCUu88xClDgmBD0YXsIsB8fGHRQnYV+SW3sRtgMmhWNUvCVap2aMduiKKsxv8+igVmGYtoexzz0EXmHiHG9GKTDzl4Xj8QAcCR2YiSX4Ke98KLM7ys9zjbJlsneZfYY+V4VwLrYRFUwBA5XUOzfJ5mnhSywRDZ2zmXZuf0G3YtkIFRnuTa6phWhK1qsy4y3AvSwM2hXhEuT6Po6EFN77DBDMbCNg/w9seObACkxbSpx+i/+BT1v06A/OitF+s0GO1tYkNrUlilQzY0+CW2bTsgI1gcVTS8pYyYwFH5fqM/42hoQUXhtYkwXcZuM7p6YAtMGpjbrOSbLGbZut+ndqw4REHKu9wL1i/YVK7Y1zHgQcOc/awDTD1txX9CT4oZ7FTom78tMG5jnwb1masHSjtt/l2zM5j4gnij1wAa5sS5O2Bo0f8LPguJItskySHbonmzm5vz7Ib33oV3rF6JJInEwKvj4xW2gBrs/4r9sAU4NSLEj0mmGdVfcXgK+vd0uY+wEYtKkYfNhXesXokkomV9ETTzzRgFTJgD0wBP52M5lzLM2HRO+Q0vGZ4rCxDJouWluwPEu+QsTMz8KRKeoz4uw2wsrI739i4sgfe5df3B8lx0O83AwvoEftLaGxfaLxjmZSyTKqkXQLLdboP+2u2wEZjq6WWMB6WdO9Scx7mabVQG75VeEeG7XiZeO3hREOkOjAzLNAfPnQANnj6ZQClxER++ykFmEIeLUrrtsp7MV4PzGTi1aWTAe9RiDUEz+SN0roZ2DYDK2R8gD4e0Tw/CvVq2ozFtITeAlsmnq/CLRe8ky+Yngh4lnZLYX0RKz+sqgvzRmBtGcYCt2MS5/n19vUl7gBHK7Obu0DbWNDGYZMqaCYTx2iPx0+9t3DINlajndLI9ij5QFrmV+0g8MaR0loHG1pkK0auoZrIph62REbmF9LyoT7ANwrv2Aqa5WniCN74wBTJkCFyYaBgci4LEkCBs46xsYI8iEo+rrouOA3zWiSOBqNUV2qGbX+TpGVYfoDnT2WLciwXSZPJ9/EYHzg6r40ZUGguRrmkbS8MEoCaDBfd1nZ0AdjmXltiV1mIh9IqytUjKMHpD254J3eGJ2jD0X19ZWmOanIbTuXddjjB0pRXQ6LdrJiRpj2wWHyjEWTISxIB+8tFkHaUDniyWekuhlkmiEkvgFRRto8N0LafSagdQp3fm9ZX0c3FxL5yLg37hh2DxMQctoRIKLaUiq1GUkuUmCSX79gegwY8+eTwCYAThhVl9N/gyDzcD/uqfqJhUUVMK0JFYZYWbxVXkxkoJmkI8bbcficxOJSkJuadxNLCoplXpLbVm5tfWxGjm7vzvOxuc8v0lHO1WeuoYHSwdnX4DDXVKZye3v1BsTgmLV9XQ8OTOA/cfBza4IpcWPOcHcPSK/PUHQNyb/a3f3v9dOf1zlPVgJ6Y19Vk+PEH0q5VRPHswsuLi/rscufSzzLfP9q7720aeScvX7ezOz4BzwgRhbfNprF8vRM4hLq4Wt5x4zNoxd7BhRF3YntDEXc7iE/kEE8vrPGaec9dla/gcu7/TS4xFKNW3En9BU3cbg93c1qLSrdpxqVBfle8rmfRfrghYFE4u28pXVTPk/j7vLhfkXbNYPaCuFiZrbzehy55p1gZ/uOnL+KoeGCHy9wjl7xTrM+694kXCoti760dLVNXrtQzyRRfxfuki++Q9uD+uT1u8747dcXSnWYB3iezPdDFOHtrW5dZ833rtvkKU3625BOtvxOjwsGFfeF6JxgPtZfpvsRz/QuWUBX17PXUtL2RLJOOGZrlWlsxjfWesYbrhIvaaprqfA2rwu9dFzDFBc4OHl4MoyXjaqrqfB2fS7uGVZYsHtIjWO9QWvL1pypefNQ17HMwZJ20eTMe49Y62h46asHasOLBp/qZi7Po0CRHv4zr+OKh47IWsTeYZTLYmtVlRfmZEFbo9Oa//PY3O69fv955uqOJGprz/rDzze1vT7+5e/sunn/6w28GvRFpjiJ2/xEeXpz84t6csvnVBh+lVdeo1eaMW4h9q/96Ko8G/vANv3Tr9u0NOK0Nhqe5NYJ46n0sZLFXXOKmdcu0MYWNntwi3GQ9XIFAXduKbPfZkNsAjoZOCp9uCbyBmCtjvYnOgbwroCfL7QTdUaYf+sD4SS0f95WVAtzyNp/jBT4ajumzO/KdQJ9WPwxP82plSBGL1/hBy3sfBXXKVO/s7Ozg7cP7Fxd/UwbF4lluFl1YGd8PAUT4dVkhfQmHP4PAd2mVlnImpL0KLMShac4PA3a577+9rGPvhKDEeX7OlGuzeUvJnD9jyFxbBYYON386BOmlGR34lrqJJ33yphEKmoEd0hwG7Dau4yTHci/K9S4KsL8OhsxV+yowP50wBNJqoeNXgG8/V6YHsF0jAVbl+R0asFOaQ4Cn/5qlWeJ/NPWhMjDt9G3InDzNPwS37/JfAgyx5bSrQRn4VJ3eFJPgaED6PMsDO6bpDDylwoo/JjENaZe+P7EBToElc3UZ+Bsj8LevsR4X8wpwRT5chv2VaDSxJg/+q8COaToCT/fJ4cdv3r1/8eLF+3dvvjMS/+nECtzB3JsyR3tA2wA/9e6c0sQVP+3jqdyxVIS1hEhLUUmnq8AdOLRP0wl4cZqPlT7+4wuN68W7x4ZTL6zAVXhuzNzz5zQ5zQ64SZZGiwFrs/HSAPtHvSj7ZpIGXIX9U0Oay8tymg7Ai9NYWG9O+GI8+d0b/uR3LyzAYAa+fZvybgO8wwyrOk3i4qYZh2nce21lj3anVoHBDLy7K6dpDzxN+Zbe/M5s33/Pdael7w3AhRmPH05NwHfv0hbJVmBUYtVKGpL9UNGwkjhfocX+NWi0PEGaG0JpblxJhjTX9uQ0bYHdflpJ5rU6NF6+jPlKvUNbIfvg29sW4Iy/VIe7t0zAtzHTXbaTwaFh6XQp1WZf8Qz4krB7yNK8qhnT3NuT09yzMy0fTVGfv7Ph9Xp51fWOq/DPIRlZhW9umYBfn7I5vzs7lm6pT+1Xgrl5rkoz5FxZMZZnr1iacwsm4M1nmCbYbfcwVZDy8XtbYC//SjjgHyiL3z41AzeZW3DX+9oIzPpa2twgGj0yfiKMCVXs+ZXogDyS+RUTcK23sEFN3Vq8030f/c2JLe8JV6lL/CU7t27deuo1Az+l4zteM3CSbEm2mwNNi+eXdMnSjcDGZi862J5bSETNwAk8vr1p5b0znf38wpbX6/0T1+KslcAKTNJsmoAr9EMGTkjWb88xL+rZluKLWYDtAh6Lly+nc/gf2xcwdsdcK/6j5SIrMDO4L35jBG5rwLQGESx1mnXDyrf8bIBteqNpI7Ken5yAeUVtrfYm4NtPzy8eHpyJ0U3JAMwUswwsrlxZpiaS9AHkmMY4wE+m946+HwfY+lZMwLsHPTZTixZ988BSuqsB99bY14TNEi8oE8ZHAotPpqzNI4C/nwC4poyDmYGB1i/IWrrHdk6PWD8w2FaWBIwAXnzy8lqcfWvzVOSEAx5ZpdVPiFhKWIIlAr7anVsBxQs2V2t10ccw4MXFy+NrCU469krGKm18K6idzv9mnzkzcG2XLK2MzJopseUCkO4a9udJNeQJxY7AonD56Bpi7Yo4K62f9Ive87Tei/sHPUvm6FMt1ja8uwcNsqPrlSotjIhH4JT2Cgvz3y9JJWVjyh54EWmvo+lq4twtcU6iTnvyH2/PLp/cefTvxsz9/IcHrx49uvPk8vdG4PlZFmpOpmi1T5mtCphdoKhsWl9vOqSEF8XLR8fXGaYjcTQ8LC8Faf/rP19+uLe+vo45N2RO3p4CT/SN3dJ8IrErsdBFmAHnV1FhJxaQWNLClnmlXzID7yVQTV1n2SriUKdPuBqNTbh58uIv/8ZVLVtgD8WrDMD/+ocHP/6eLU6SgT1sl7SouDmvbyTWd9DSaZtO+zqk9M6W+L1+xeMXzZO/fP+L4WWPCRyYIZ6sRwPON2Dv75eXl/QRcDmCGw/ALgO+3L4ZYGNEQxPOsHxz8pf/MTekvilzqudnAo6UK9gVpzwaMPW6f/2A8lf1E51BgP89JvnwZ4c0r11sAgC8r/TY+87SkvpZPv6chmJF/i0ehgYPvLqq8GrAHvRwC/1WuqEuO6xCQC7KmEOan0B+sgBzDXj9v7+z3IDFJtUNG0vJS+3oE1/cB6HR8CgWQnJBacCljjwel5X3HUqryw+d0vwk8tN7QxDvPY/4y2Pr9ah3Y7xVHAs1GM4SFgv3hXkaalHrpQbsKS118H4fu5/2zVPeiFOan0Yev9HCtCcv3hgQrV9e9nT5Je7yRWH2nbM61B0G0xTgWIjdmFmV1w3nsXwV3eSY5qeS+E/vXpycnLz400+jlWPJsPsfSVf+5mjHcbiU1lJmSUFVqUADDbosFW4ABEoj0vwixGczbk2dTG7YwHaR+Q7UeiuBpC/MvpaWaY9M84uQeLhhylqGDfWV+gXD0Qj3e7icRK0UC1X1Q9m2f3SaX4aUUkGDtNSa3DVsRevX/2rl8J78DN7ZDxc6oWSgXm75x0vzVy/xXLyUy30ys+KrfJWv8v9K/g93wJ1XGztWHg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10" descr="data:image/png;base64,iVBORw0KGgoAAAANSUhEUgAAAPAAAAC0CAMAAACdQlHaAAABgFBMVEX////CzSMAAAA4fCyMjIzf399MTEy8vLzG0SSIiIhvb29QUFDm5ubL1iWysrLz8/OvuR+PlxopKSnPz89oaGhobhM1NTZDQ0Pt7e3Jyck9QAs9PT16gRYRERH4+PihoaGAgIAbGxtKTw5cXFy+ygAiIiIyeSzAwMC2traTk5N6enotLwgLCwupsx/Y2Ni8xyKnp6cgRxmaoxwXFxdYXRD6++0dQBcWFwSHjxkTKg+fqB1wdhQqXSFDRwxSVw8pKwfX3niUsCcYNhP2+OEgIgZgZRF1ninu8coodRjl6qUJEweuwSWCpSnc4ozf6t3Q2WFGgywybicRJQ0YGQQMHApOikRjkyvF2MLp7bTJ00bj6KE1OApwhR0ZVCGPsoqkwqGPrShEbB9beR4ZcQB4onJelFYtYyORlj/m7YzN0J1ISDvy9NWsxYOFrX++1btZW0WMj2BSihdomWHI1XqZtkWErGicnYrO3bdolku5zKG2uJ95e2QzVRu/x07V3G1xdiuP/4qFAAAcQklEQVR4nO2diVsbyZXA1U9XS0IHktCB0I0kJBpJFjBgTmODweADj23GmPXYSezJZL2Z2c3uZrKbxPnX973qq/rS0cLYs/H7Phvoo7p+XVWv3nt1tMfzVb7KV/kqX+WrfJWv8lWmkHuv1j93Fm5WXl3+cwF/EBY/fO483KgIwuKrz52Hm5RHi4Lw5HNn4gblWEARP3cubk7uXRLw4r3PnY+bkvUniwz4wefOyE3JHcYrLN753Bm5IXkg8/7TaK2XgiqX/xQ98bGgy8vpkyv5u/lUvNudmT6pa5F4N9VK+VPdbhz/KKVarV84XnFq08Pf72SzjUw4W6j7YjP5djtGz1zycdJvtfH/crCr3pNqc2fb8l/tWIrLs+F+X7uPLzNf5g+V6fXGY9oVfu3WWLiQhEwkky2E27GZcBKgtiXqwHemM6fjlQzoIuGjoJj15MIS8NJg/1czkTK7qdwwnE3KP4rJgC8upzpjuh+vSZlugvSMJ17XL8ssybf2C/ytUoH9WOvpRfxkqp54iWgCvnYr2wi1O4EqQCFbhDIeDkR0KUIhEgkkV+nZhIzZ485moEE/slU6HSpRsjHj/ZEAO8ffFAHoeMogqZclIUtl3GIvHCtLIRNrtyPZBl3Wh2cDvYiF4yl4y1hsoTz+UspmqIoF276cJwyFNET4ywJA16SWymGG1Idk3vDSwvQjHuxX8JV0MJ143Xi/x9NmhcwfCUPRn0QaRboAWMR9BAxTUfszLIEStrAZzwzALFenp9BaWJCNFCuSbrLRUo/6IJmGgBWYoPJYMpUyJLvc2ZgMTJJPI3GcgA33y8CZEn/E34B0Qb/TT8BlrM1BpqmWGplgTD2XMwAvPnLNi2+uIee8jDUpWU+pwJEgQD2mXxjQ/yohMeY+k+aApYJW4KUwq/Qx4/3dCGu/2T7/9DJLKMseWipnoDCT0vLTxyawWlSvNwILH11rrTBUU+qzk6S7fCUFOI5KJ6DpTQTGzKlIWIhtzE9QBy5isWqlV4DqDFN63P0RkJL5CiYS5gp5pg7VtAQSvqxSh5SWvyq3YzyFSiNTldTrTcCuox6pJPjk37IQaHXbWSQpycCeXNoIXISsmld/FtKxBugFSMCg9eFyYzTfH+lid5OGVa3doCxJRV8/AxV2T93v6UBVOY1VL+9vxX5WXrMJ2HXUow0ZpSk2WFvyR6CaV4DxP0OG8eXH9fuywYwjcC7LEjPdn6a74w2oa6lgudYhm6tAfQZTbPg9qQaxq8CIfvz3XZBSNsAutVY8DHXl1zBIpC5LwDLEgEPOwMHVZMUZuOSDVY/lfgbswdbAN2NUVO0KXVeBQq6EVV49QSXsedATVzYgawP8ozvgbgHKKnuEuhs/ae38aGB/BiIFR2BSCA7AOShKwKtqbLp1BTju19UEK2Hm/m6yojYBC5fugPNV0FrUTAXVaLHSKlDHOAoY/8y6Al6CTF3veemxaG6owG0o5jhgZmmIiV2qhWZgl2GevAS6JVBKkRKtFqBRwk60Phw4AgVn4FIIGg7AMUi2Ig3e/OjjnTJwSa32PLAgblOXHzcBuwzzGIDJZfIxszWbZQ1tCHApO6yE45hzZ+Cun+vBsOzqKrCHb9468NYh9iQxOB0YgN1pLeyV+qZDIWaqN2wyPH4bbjE94AScQgW5xD2xVZWBs0usQzYDC9E9i/Pg2tbCXqhiPpZDk0JiR4cALxWHaOlcAzXuMOA89kXcE8MQIeAAFrJurhJwVCSJJmqHcLq3xRcweoiugPExEetBNO8yreHA2A8vJU3AVQXCnwaJlaAjcIvTxowNjyFwWLWyFOCF7Tkm23sIPLciGMRlXKsM1aD1KBIXrRmWdG8ALa1w1wScVPR9GRVAyDMK2NQ1hQk4QgYIB/zM4DsfGpSWcOlOa+UC/EM0kYsgZLaltT4bO09/ygCs+DzdDuVN8X+GAnOehydegHyIgNN6TUdg8sA1ScJygifuuXSJ0SeqlCxHkagQN2e4rlbDeIhccnvgGPnLErPHhwEXNZuZCfbOIaibgTN8Q89rSkwRl8Zltwi6Q8rlYLUYM2dYzWEKkbBamICzLeW9xdF0kWIjgNHVSnMmdTwNBfjrz2ZgPkczZsvDXSAvRTUV6l3zcexn2+YMy11GnyJqqFVNwEUottWagvZ4Y6iWboEU4p1Lss1hYzDH0tUBoV7WDS/sLQ1VWnTVL+GbrUYo1hT2m+p1GtIlk7eTrdezcjiP9d1mYK4fRqUXGw4MpSRkeOXRgcOtBVO3BJwhUgFp29ARu4sBoC3d98jWVShvQMb+asZnVlokq3WfbJwNAUZLKzwCOGfqmnJFmJuVXVMN+EhXk9hX1wwF7DJySU/25NFOIL8hzBtdCGsGDtTr4X4wr2INA5YDgMOAZygQpJ8lovkEX80ReGsosKvxFgaM7TXsb7O2rBvWWMI5swM/E+f0zAjgwChgTypj0JYVWO5tcEb2SGBXoVoGjNYHhV3KfE/rqWNu7CIW4wJn46URwJ4/G0IBBLxAsbBxgV25DzKwR45y5GKoCRWtkStYtfREwNBom5WeAfiXlz/+fRnqejdEwCsc4WhgN/2SAoz+uk9hUBRJTEKTcypgzGzFCThFXcxidJMvYgRO9NAvUh8yGthNv6QAk0tKpPGkYgXn0BCwBOHCxp7LZEtLVdBUbLwO3TC6mNb77/0M2S7BbEdFQdyHhvYSCVgcbPBBvBFt2E2/pACTm4iGA2IrirNMcaRgxtQtMbNgHeXe8fHLP/wMPLDEd5qefotiMlXj/c/+IazMszdLNWB3SxBXOJOaAffmNEayrLgk0whs5HUVm1aBPf6ObFLI1tKSBFlPCxkqei2mgYDkLw8efXxyKSyiHALFVVWhN2YcWolRetz9bUxubhlNHKr4M/hul1dEYVtTGgxYEBPz0JBfY45GBbSAwFIGjgSzTAPsiQexX+zLg0yIig0tBI08b72n+g3YjCrTLMQtrBG8QeoPRvgonie+Csb7S3mqQJJiLObwfWyK4sq+VsSshFmhN+QyzgcgsyS3onioYbKkWR5cWB6sf+jW01RU+UZWSX0VikHS0xXT1RGYUx8qzqFhYjxLY1E6L6kt0/2k2NKaHqjCXE8QF6C4pAPLbxJdMfZWfGoCMSrsLUsBL7roiLsFSHcDLCAdzycDnlyO9Bcb3aKgeGqGkxzaJgsa8AAbI392JkV6OsJmKHhyKezgDk33pyJMdefkv5aohFkVjrCrcmG4Yo1UpHYOHX/c00YNmsv525jw6VrPXL4uO+K2HKWkvNYbhUqA3mWywtpmyjyAD2j8aY+N7lvOPquh5gu0gsElSmV79tRyxRp/0yEFqejFqaI4B2Ji+5AUQqcO9XCAuSu1WRtedx1xDt20TFmOU4CitxT7shQLgFFqK9yQ9Nae6ezyZmLhUP1jf1PobV4ZL9hf6A32tLdYG8gJLSgv4dm2+jZFYTB3qN+2sTZr7pAU4DsugD0lrE34fy6Yrvc7ybSvm9Na2b2PCaMYXrPYM51FHSsk5OxfzbLaaXOBfpOWGHeWS3u29mxjYXd5b22AV9ryYkfsBthR7n1cFE1iep7NWVGMMhHtrjAesqRjSptSoX9OtILr8SV73FfiouODvhi5Pt4Hl78C3OubN33vyedGGU8Wrwd3/dWic7P5omTxWpa3fLjza6jNTK5lZvzxF9h6ez3749exnufl5c2yjCPigcMJN8a0UdYffXnFK4hnb6P2Z9xO5dF5v8jmKz48c1Ci0wJ/obxnFw5NeNrVLet3bhRkXBHf3nc6Nd2avPWPX2L5ooo+P3AyC6aYU+vR1gR9aRK9f27nCzOZCvjVl8kr9poPHe2+aYBfOiX6mUW833TS0VMBHzul+ZlFPGheOBv27pfk3fsC7SsSsXfRdFRZ0wDfrMISlUgGi2WIWnjE7sqHzfMhnptr4JcjeZXIjSqi7UHT38Yjop5UYrM2v7u5tbCZiEZ7C7u7C45PPfM2HzqYldMAfxhdoQfzfPhR2mQHZw/5g1cD498AtcRKTftDCSyLvdll/YrD7V0Wl7QvRVE8b547WVnTAN8Z5e/zwWOZmIY9Zk0HTy1x6F3+jz2W1NYa/poMt9NSIyMvZuuEVykkb/fYh80hfZJ74NEaOjoPyVhQlwwNufSOINPSj9HyNv7vYIvmymTK8qFWRY67U+A60E/FPcFivZtqhZNQoFGZml29FQ+8zXPnPklw2y2tjw5gRcEw3ZfNPxF7NeNoYUcfCJRFHXRm4s/Aghidw3fQZ4MxQYnmd8RzFBT3wbwNMGnopqMZPQXwGCZW9BDSfm74P0VDeb09HjieQ5aWYcSclhCq07/ibenZQETerDwCl/NBtqsOLdoDCxdN7/ACdgk8ElegMT5sd9xgYRV1kAE4XmHtMcQRx+TZsGyiDg3/1XqbkjqRNcXWXRZaQ4CjD5ve4S3Ypbf0YJwuuLcNoC7oIgnBRm9rmQP2B2D/6IqfV+aJwPLgaIPNvMqTAkusHEJBeWlY2fewNUstR2DxDHmbjm6DAuzCH14f08baqtHcDI0PgKkfHvhI2NrXp2TQS9nvCYNlfE8lYu8Jc3ojp5HCxOwpZFIOwOLZOQLfH9IHM2AXEY8H4/EKomGWXJwGkYtG4LlodJefDYsvZTaKXVfK04fT2SgN7Wt1BN8XGiCDQ3lijxWYFBaq6FGZcgG8/nFMYCEq8UtR+gCNiAlYxKbOLQ/OFeBI3Kb1SxW46gn4NpKa3iNgTHJBnhZjU8L3m16vd4gVrQBPHrUc30vCvFf14kthB+qzABtqQakCzwRaY+WPwFGUzun1XQYWenIRW4CjxNt0DGXpwJPHpccPy1Jh6XPYSx2I5M3AQvSU19NoigxOoU8LKDdFcZMvfQUYD4JNPxw9oPIdXcAuRh7Wx8XFzIFhWlIf+lZg7GhX9VrQLcAaAWH17wmioX2rwIlTmghnAhYZ71CvQQWelHcMN0nLxSZkMqDf6V/1t6zAK7y1hSbjPtTj+OMqKvSu+NnRCrCAfbnFtBQPzqlCnwujR/QmHy4dW2VR4dXTvIHZ8dgAJw75qUo0YaZMq7a2RXFwKHEzZ1VgWjnaCUu88xClDgmBD0YXsIsB8fGHRQnYV+SW3sRtgMmhWNUvCVap2aMduiKKsxv8+igVmGYtoexzz0EXmHiHG9GKTDzl4Xj8QAcCR2YiSX4Ke98KLM7ys9zjbJlsneZfYY+V4VwLrYRFUwBA5XUOzfJ5mnhSywRDZ2zmXZuf0G3YtkIFRnuTa6phWhK1qsy4y3AvSwM2hXhEuT6Po6EFN77DBDMbCNg/w9seObACkxbSpx+i/+BT1v06A/OitF+s0GO1tYkNrUlilQzY0+CW2bTsgI1gcVTS8pYyYwFH5fqM/42hoQUXhtYkwXcZuM7p6YAtMGpjbrOSbLGbZut+ndqw4REHKu9wL1i/YVK7Y1zHgQcOc/awDTD1txX9CT4oZ7FTom78tMG5jnwb1masHSjtt/l2zM5j4gnij1wAa5sS5O2Bo0f8LPguJItskySHbonmzm5vz7Ib33oV3rF6JJInEwKvj4xW2gBrs/4r9sAU4NSLEj0mmGdVfcXgK+vd0uY+wEYtKkYfNhXesXokkomV9ETTzzRgFTJgD0wBP52M5lzLM2HRO+Q0vGZ4rCxDJouWluwPEu+QsTMz8KRKeoz4uw2wsrI739i4sgfe5df3B8lx0O83AwvoEftLaGxfaLxjmZSyTKqkXQLLdboP+2u2wEZjq6WWMB6WdO9Scx7mabVQG75VeEeG7XiZeO3hREOkOjAzLNAfPnQANnj6ZQClxER++ykFmEIeLUrrtsp7MV4PzGTi1aWTAe9RiDUEz+SN0roZ2DYDK2R8gD4e0Tw/CvVq2ozFtITeAlsmnq/CLRe8ky+Yngh4lnZLYX0RKz+sqgvzRmBtGcYCt2MS5/n19vUl7gBHK7Obu0DbWNDGYZMqaCYTx2iPx0+9t3DINlajndLI9ij5QFrmV+0g8MaR0loHG1pkK0auoZrIph62REbmF9LyoT7ANwrv2Aqa5WniCN74wBTJkCFyYaBgci4LEkCBs46xsYI8iEo+rrouOA3zWiSOBqNUV2qGbX+TpGVYfoDnT2WLciwXSZPJ9/EYHzg6r40ZUGguRrmkbS8MEoCaDBfd1nZ0AdjmXltiV1mIh9IqytUjKMHpD254J3eGJ2jD0X19ZWmOanIbTuXddjjB0pRXQ6LdrJiRpj2wWHyjEWTISxIB+8tFkHaUDniyWekuhlkmiEkvgFRRto8N0LafSagdQp3fm9ZX0c3FxL5yLg37hh2DxMQctoRIKLaUiq1GUkuUmCSX79gegwY8+eTwCYAThhVl9N/gyDzcD/uqfqJhUUVMK0JFYZYWbxVXkxkoJmkI8bbcficxOJSkJuadxNLCoplXpLbVm5tfWxGjm7vzvOxuc8v0lHO1WeuoYHSwdnX4DDXVKZye3v1BsTgmLV9XQ8OTOA/cfBza4IpcWPOcHcPSK/PUHQNyb/a3f3v9dOf1zlPVgJ6Y19Vk+PEH0q5VRPHswsuLi/rscufSzzLfP9q7720aeScvX7ezOz4BzwgRhbfNprF8vRM4hLq4Wt5x4zNoxd7BhRF3YntDEXc7iE/kEE8vrPGaec9dla/gcu7/TS4xFKNW3En9BU3cbg93c1qLSrdpxqVBfle8rmfRfrghYFE4u28pXVTPk/j7vLhfkXbNYPaCuFiZrbzehy55p1gZ/uOnL+KoeGCHy9wjl7xTrM+694kXCoti760dLVNXrtQzyRRfxfuki++Q9uD+uT1u8747dcXSnWYB3iezPdDFOHtrW5dZ833rtvkKU3625BOtvxOjwsGFfeF6JxgPtZfpvsRz/QuWUBX17PXUtL2RLJOOGZrlWlsxjfWesYbrhIvaaprqfA2rwu9dFzDFBc4OHl4MoyXjaqrqfB2fS7uGVZYsHtIjWO9QWvL1pypefNQ17HMwZJ20eTMe49Y62h46asHasOLBp/qZi7Po0CRHv4zr+OKh47IWsTeYZTLYmtVlRfmZEFbo9Oa//PY3O69fv955uqOJGprz/rDzze1vT7+5e/sunn/6w28GvRFpjiJ2/xEeXpz84t6csvnVBh+lVdeo1eaMW4h9q/96Ko8G/vANv3Tr9u0NOK0Nhqe5NYJ46n0sZLFXXOKmdcu0MYWNntwi3GQ9XIFAXduKbPfZkNsAjoZOCp9uCbyBmCtjvYnOgbwroCfL7QTdUaYf+sD4SS0f95WVAtzyNp/jBT4ajumzO/KdQJ9WPwxP82plSBGL1/hBy3sfBXXKVO/s7Ozg7cP7Fxd/UwbF4lluFl1YGd8PAUT4dVkhfQmHP4PAd2mVlnImpL0KLMShac4PA3a577+9rGPvhKDEeX7OlGuzeUvJnD9jyFxbBYYON386BOmlGR34lrqJJ33yphEKmoEd0hwG7Dau4yTHci/K9S4KsL8OhsxV+yowP50wBNJqoeNXgG8/V6YHsF0jAVbl+R0asFOaQ4Cn/5qlWeJ/NPWhMjDt9G3InDzNPwS37/JfAgyx5bSrQRn4VJ3eFJPgaED6PMsDO6bpDDylwoo/JjENaZe+P7EBToElc3UZ+Bsj8LevsR4X8wpwRT5chv2VaDSxJg/+q8COaToCT/fJ4cdv3r1/8eLF+3dvvjMS/+nECtzB3JsyR3tA2wA/9e6c0sQVP+3jqdyxVIS1hEhLUUmnq8AdOLRP0wl4cZqPlT7+4wuN68W7x4ZTL6zAVXhuzNzz5zQ5zQ64SZZGiwFrs/HSAPtHvSj7ZpIGXIX9U0Oay8tymg7Ai9NYWG9O+GI8+d0b/uR3LyzAYAa+fZvybgO8wwyrOk3i4qYZh2nce21lj3anVoHBDLy7K6dpDzxN+Zbe/M5s33/Pdael7w3AhRmPH05NwHfv0hbJVmBUYtVKGpL9UNGwkjhfocX+NWi0PEGaG0JpblxJhjTX9uQ0bYHdflpJ5rU6NF6+jPlKvUNbIfvg29sW4Iy/VIe7t0zAtzHTXbaTwaFh6XQp1WZf8Qz4krB7yNK8qhnT3NuT09yzMy0fTVGfv7Ph9Xp51fWOq/DPIRlZhW9umYBfn7I5vzs7lm6pT+1Xgrl5rkoz5FxZMZZnr1iacwsm4M1nmCbYbfcwVZDy8XtbYC//SjjgHyiL3z41AzeZW3DX+9oIzPpa2twgGj0yfiKMCVXs+ZXogDyS+RUTcK23sEFN3Vq8030f/c2JLe8JV6lL/CU7t27deuo1Az+l4zteM3CSbEm2mwNNi+eXdMnSjcDGZi862J5bSETNwAk8vr1p5b0znf38wpbX6/0T1+KslcAKTNJsmoAr9EMGTkjWb88xL+rZluKLWYDtAh6Lly+nc/gf2xcwdsdcK/6j5SIrMDO4L35jBG5rwLQGESx1mnXDyrf8bIBteqNpI7Ken5yAeUVtrfYm4NtPzy8eHpyJ0U3JAMwUswwsrlxZpiaS9AHkmMY4wE+m946+HwfY+lZMwLsHPTZTixZ988BSuqsB99bY14TNEi8oE8ZHAotPpqzNI4C/nwC4poyDmYGB1i/IWrrHdk6PWD8w2FaWBIwAXnzy8lqcfWvzVOSEAx5ZpdVPiFhKWIIlAr7anVsBxQs2V2t10ccw4MXFy+NrCU469krGKm18K6idzv9mnzkzcG2XLK2MzJopseUCkO4a9udJNeQJxY7AonD56Bpi7Yo4K62f9Ive87Tei/sHPUvm6FMt1ja8uwcNsqPrlSotjIhH4JT2Cgvz3y9JJWVjyh54EWmvo+lq4twtcU6iTnvyH2/PLp/cefTvxsz9/IcHrx49uvPk8vdG4PlZFmpOpmi1T5mtCphdoKhsWl9vOqSEF8XLR8fXGaYjcTQ8LC8Faf/rP19+uLe+vo45N2RO3p4CT/SN3dJ8IrErsdBFmAHnV1FhJxaQWNLClnmlXzID7yVQTV1n2SriUKdPuBqNTbh58uIv/8ZVLVtgD8WrDMD/+ocHP/6eLU6SgT1sl7SouDmvbyTWd9DSaZtO+zqk9M6W+L1+xeMXzZO/fP+L4WWPCRyYIZ6sRwPON2Dv75eXl/QRcDmCGw/ALgO+3L4ZYGNEQxPOsHxz8pf/MTekvilzqudnAo6UK9gVpzwaMPW6f/2A8lf1E51BgP89JvnwZ4c0r11sAgC8r/TY+87SkvpZPv6chmJF/i0ehgYPvLqq8GrAHvRwC/1WuqEuO6xCQC7KmEOan0B+sgBzDXj9v7+z3IDFJtUNG0vJS+3oE1/cB6HR8CgWQnJBacCljjwel5X3HUqryw+d0vwk8tN7QxDvPY/4y2Pr9ah3Y7xVHAs1GM4SFgv3hXkaalHrpQbsKS118H4fu5/2zVPeiFOan0Yev9HCtCcv3hgQrV9e9nT5Je7yRWH2nbM61B0G0xTgWIjdmFmV1w3nsXwV3eSY5qeS+E/vXpycnLz400+jlWPJsPsfSVf+5mjHcbiU1lJmSUFVqUADDbosFW4ABEoj0vwixGczbk2dTG7YwHaR+Q7UeiuBpC/MvpaWaY9M84uQeLhhylqGDfWV+gXD0Qj3e7icRK0UC1X1Q9m2f3SaX4aUUkGDtNSa3DVsRevX/2rl8J78DN7ZDxc6oWSgXm75x0vzVy/xXLyUy30ys+KrfJWv8v9K/g93wJ1XGztWHgAAAABJRU5ErkJggg=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180" name="Picture 12" descr="http://2.bp.blogspot.com/-qHSsmfROS1c/UoFWwtez3iI/AAAAAAAAG0M/nxKwNEOaRSs/s1600/logo-spring-i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352800"/>
            <a:ext cx="6766004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47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runners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Spring aplikacije koristi JUnit</a:t>
            </a:r>
          </a:p>
          <a:p>
            <a:r>
              <a:rPr lang="sr-Latn-RS" dirty="0"/>
              <a:t>JUnit predviđa različite </a:t>
            </a:r>
            <a:r>
              <a:rPr lang="sr-Latn-RS" i="1" dirty="0"/>
              <a:t>Test runners</a:t>
            </a:r>
          </a:p>
          <a:p>
            <a:r>
              <a:rPr lang="sr-Latn-RS" i="1" dirty="0"/>
              <a:t>Test runner	</a:t>
            </a:r>
          </a:p>
          <a:p>
            <a:pPr lvl="1"/>
            <a:r>
              <a:rPr lang="sr-Latn-RS" dirty="0"/>
              <a:t>komponenta zadužena za izvršavanje testa</a:t>
            </a:r>
          </a:p>
          <a:p>
            <a:pPr lvl="1"/>
            <a:r>
              <a:rPr lang="sr-Latn-RS" dirty="0"/>
              <a:t>instancira objekat koji sadrži </a:t>
            </a:r>
            <a:r>
              <a:rPr lang="en-US" i="1" dirty="0"/>
              <a:t>@Test </a:t>
            </a:r>
            <a:r>
              <a:rPr lang="en-US" dirty="0" err="1"/>
              <a:t>metode</a:t>
            </a:r>
            <a:r>
              <a:rPr lang="en-US" dirty="0"/>
              <a:t>, i</a:t>
            </a:r>
            <a:r>
              <a:rPr lang="sr-Latn-RS" dirty="0"/>
              <a:t>zvršava metode i kreira izveštaj o testu</a:t>
            </a:r>
          </a:p>
          <a:p>
            <a:r>
              <a:rPr lang="sr-Latn-RS" dirty="0"/>
              <a:t>JUnit ima ugrađeni konzolni </a:t>
            </a:r>
            <a:r>
              <a:rPr lang="sr-Latn-RS" i="1" dirty="0"/>
              <a:t>test runner</a:t>
            </a:r>
          </a:p>
          <a:p>
            <a:r>
              <a:rPr lang="sr-Latn-RS" dirty="0"/>
              <a:t>Eclipse sadrži svoj grafički </a:t>
            </a:r>
            <a:r>
              <a:rPr lang="sr-Latn-RS" i="1" dirty="0"/>
              <a:t>test runner</a:t>
            </a:r>
          </a:p>
          <a:p>
            <a:r>
              <a:rPr lang="sr-Latn-RS" dirty="0"/>
              <a:t>Moguće je koristiti proizvoljan </a:t>
            </a:r>
            <a:r>
              <a:rPr lang="sr-Latn-RS" i="1" dirty="0"/>
              <a:t>test runner</a:t>
            </a:r>
            <a:endParaRPr lang="sr-Latn-RS" dirty="0"/>
          </a:p>
        </p:txBody>
      </p:sp>
      <p:pic>
        <p:nvPicPr>
          <p:cNvPr id="14338" name="Picture 2" descr="http://fitzstock.com/wp-content/uploads/2013/01/runn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4800"/>
            <a:ext cx="1320799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64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runners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Od JUnit5, anotacijom </a:t>
            </a:r>
            <a:r>
              <a:rPr lang="en-US" dirty="0"/>
              <a:t>@</a:t>
            </a:r>
            <a:r>
              <a:rPr lang="en-US" dirty="0" err="1"/>
              <a:t>SpringBootTest</a:t>
            </a:r>
            <a:r>
              <a:rPr lang="en-US" dirty="0"/>
              <a:t> </a:t>
            </a:r>
            <a:r>
              <a:rPr lang="en-US" dirty="0" err="1"/>
              <a:t>vr</a:t>
            </a:r>
            <a:r>
              <a:rPr lang="sr-Latn-RS" dirty="0"/>
              <a:t>ši se inicijalizacija Spring kontejnera pri pokretanju testova, kako bi bili dostupni svi objekti kojima Spring aplikacija upravlja</a:t>
            </a:r>
          </a:p>
          <a:p>
            <a:r>
              <a:rPr lang="sr-Latn-RS" dirty="0"/>
              <a:t>Ovo će automatski u JUnit uključiti SpringExtension komponentu koja omogućuje testiranje specifično za Spring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69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spring veb aplikacije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Kreiraju</a:t>
            </a:r>
            <a:r>
              <a:rPr lang="en-US" dirty="0"/>
              <a:t> se </a:t>
            </a:r>
            <a:r>
              <a:rPr lang="en-US" dirty="0" err="1"/>
              <a:t>testovi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verifikuju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serverskih</a:t>
            </a:r>
            <a:r>
              <a:rPr lang="en-US" dirty="0"/>
              <a:t> </a:t>
            </a:r>
            <a:r>
              <a:rPr lang="en-US" dirty="0" err="1"/>
              <a:t>metoda</a:t>
            </a:r>
            <a:endParaRPr lang="en-US" dirty="0"/>
          </a:p>
          <a:p>
            <a:r>
              <a:rPr lang="en-US" dirty="0"/>
              <a:t>Ne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generalno</a:t>
            </a:r>
            <a:r>
              <a:rPr lang="en-US" dirty="0"/>
              <a:t> </a:t>
            </a:r>
            <a:r>
              <a:rPr lang="en-US" dirty="0" err="1"/>
              <a:t>pravilo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tipove</a:t>
            </a:r>
            <a:r>
              <a:rPr lang="en-US" dirty="0"/>
              <a:t> </a:t>
            </a:r>
            <a:r>
              <a:rPr lang="en-US" dirty="0" err="1"/>
              <a:t>testova</a:t>
            </a:r>
            <a:r>
              <a:rPr lang="en-US" dirty="0"/>
              <a:t> </a:t>
            </a:r>
            <a:r>
              <a:rPr lang="en-US" dirty="0" err="1"/>
              <a:t>realizovati</a:t>
            </a:r>
            <a:r>
              <a:rPr lang="en-US" dirty="0"/>
              <a:t> i </a:t>
            </a:r>
            <a:r>
              <a:rPr lang="en-US" dirty="0" err="1"/>
              <a:t>kako</a:t>
            </a:r>
            <a:endParaRPr lang="en-US" dirty="0"/>
          </a:p>
          <a:p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varijanta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izolovani</a:t>
            </a:r>
            <a:r>
              <a:rPr lang="en-US" dirty="0"/>
              <a:t> </a:t>
            </a:r>
            <a:r>
              <a:rPr lang="en-US" dirty="0" err="1"/>
              <a:t>jedini</a:t>
            </a:r>
            <a:r>
              <a:rPr lang="sr-Latn-RS" dirty="0"/>
              <a:t>čni testovi za svaki sloj aplikacije</a:t>
            </a:r>
          </a:p>
          <a:p>
            <a:pPr lvl="1"/>
            <a:r>
              <a:rPr lang="sr-Latn-RS" dirty="0"/>
              <a:t>potrebno je </a:t>
            </a:r>
            <a:r>
              <a:rPr lang="sr-Latn-RS" i="1" dirty="0"/>
              <a:t>mock</a:t>
            </a:r>
            <a:r>
              <a:rPr lang="sr-Latn-RS" dirty="0"/>
              <a:t> objektima simulirati funkcionalnosti drugih slojeva</a:t>
            </a:r>
          </a:p>
          <a:p>
            <a:pPr lvl="1"/>
            <a:r>
              <a:rPr lang="sr-Latn-RS" dirty="0"/>
              <a:t>u praksi je često preveliki trošak testiranja svakog sloja pojedinačno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758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spring veb aplikacije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Druga varijanta je odmah kreirati integracione testove</a:t>
            </a:r>
          </a:p>
          <a:p>
            <a:pPr lvl="1"/>
            <a:r>
              <a:rPr lang="sr-Latn-RS" dirty="0"/>
              <a:t>testiraju više slojeva aplikacije odjednom</a:t>
            </a:r>
          </a:p>
          <a:p>
            <a:r>
              <a:rPr lang="sr-Latn-RS" dirty="0"/>
              <a:t>Dve varijante</a:t>
            </a:r>
          </a:p>
          <a:p>
            <a:pPr lvl="1"/>
            <a:r>
              <a:rPr lang="sr-Latn-RS" dirty="0"/>
              <a:t>svi slojevi se testiraju jednom grupom testova ili </a:t>
            </a:r>
          </a:p>
          <a:p>
            <a:pPr lvl="1"/>
            <a:r>
              <a:rPr lang="sr-Latn-RS" dirty="0"/>
              <a:t>testiranje grupa slojeva se razdvaja u više grupa integracionih testova</a:t>
            </a:r>
          </a:p>
        </p:txBody>
      </p:sp>
    </p:spTree>
    <p:extLst>
      <p:ext uri="{BB962C8B-B14F-4D97-AF65-F5344CB8AC3E}">
        <p14:creationId xmlns:p14="http://schemas.microsoft.com/office/powerpoint/2010/main" val="395763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podaci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Prva varijanta je da sami testovi inicijalizuju test podatke koji su im potrebni</a:t>
            </a:r>
          </a:p>
          <a:p>
            <a:r>
              <a:rPr lang="sr-Latn-RS" dirty="0"/>
              <a:t>Nedostaci ovog pristupa</a:t>
            </a:r>
          </a:p>
          <a:p>
            <a:pPr lvl="1"/>
            <a:r>
              <a:rPr lang="sr-Latn-RS" dirty="0"/>
              <a:t>komplikovano testiranje većih entiteta koji koriste više povezanih objekata</a:t>
            </a:r>
          </a:p>
          <a:p>
            <a:pPr lvl="2"/>
            <a:r>
              <a:rPr lang="sr-Latn-RS" dirty="0"/>
              <a:t>iznova bi različiti testovi morali da ponavljaju inicijalizaciju podataka</a:t>
            </a:r>
          </a:p>
          <a:p>
            <a:pPr lvl="1"/>
            <a:r>
              <a:rPr lang="sr-Latn-RS" dirty="0"/>
              <a:t>komplikovano je inicijalizovati veću količinu podataka što je neophodno za testiranje rada u produkcionim uslovima</a:t>
            </a:r>
          </a:p>
          <a:p>
            <a:r>
              <a:rPr lang="sr-Latn-RS" dirty="0"/>
              <a:t>Druga varijanta je da se korišćenjem skripte baza podataka inicijalizuje test podacima</a:t>
            </a:r>
          </a:p>
          <a:p>
            <a:pPr lvl="1"/>
            <a:r>
              <a:rPr lang="sr-Latn-RS" dirty="0"/>
              <a:t>testovi polaze od toga da određeni podaci postoje i verifikuju ponašanje aplikacije u odnosu na te podatke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883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Spring Boot</a:t>
            </a:r>
            <a:br>
              <a:rPr lang="sr-Latn-RS" dirty="0"/>
            </a:br>
            <a:r>
              <a:rPr lang="sr-Latn-RS" dirty="0"/>
              <a:t>Testiranje JPA sloja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153400" cy="45720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Možemo koristiti realnu bazu</a:t>
            </a:r>
          </a:p>
          <a:p>
            <a:r>
              <a:rPr lang="sr-Latn-RS" dirty="0"/>
              <a:t>Druga varijanta je korišćenje testne in-memory baze</a:t>
            </a:r>
          </a:p>
          <a:p>
            <a:pPr lvl="1"/>
            <a:r>
              <a:rPr lang="sr-Latn-RS" dirty="0"/>
              <a:t>Postavlja se anotacija </a:t>
            </a:r>
            <a:r>
              <a:rPr lang="en-US" dirty="0"/>
              <a:t>@</a:t>
            </a:r>
            <a:r>
              <a:rPr lang="en-US" dirty="0" err="1"/>
              <a:t>DataJpaTest</a:t>
            </a:r>
            <a:endParaRPr lang="en-US" dirty="0"/>
          </a:p>
          <a:p>
            <a:pPr lvl="1"/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konkretno</a:t>
            </a:r>
            <a:r>
              <a:rPr lang="en-GB" dirty="0"/>
              <a:t> </a:t>
            </a:r>
            <a:r>
              <a:rPr lang="en-GB" dirty="0" err="1"/>
              <a:t>baza</a:t>
            </a:r>
            <a:r>
              <a:rPr lang="en-GB" dirty="0"/>
              <a:t> </a:t>
            </a:r>
            <a:r>
              <a:rPr lang="en-GB" dirty="0" err="1"/>
              <a:t>podataka</a:t>
            </a:r>
            <a:r>
              <a:rPr lang="en-GB" dirty="0"/>
              <a:t>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biti</a:t>
            </a:r>
            <a:r>
              <a:rPr lang="en-GB" dirty="0"/>
              <a:t> </a:t>
            </a:r>
            <a:r>
              <a:rPr lang="en-GB" dirty="0" err="1"/>
              <a:t>korišćena</a:t>
            </a:r>
            <a:r>
              <a:rPr lang="en-GB" dirty="0"/>
              <a:t> </a:t>
            </a:r>
            <a:r>
              <a:rPr lang="en-GB" dirty="0" err="1"/>
              <a:t>zavisi</a:t>
            </a:r>
            <a:r>
              <a:rPr lang="en-GB" dirty="0"/>
              <a:t> od </a:t>
            </a:r>
            <a:r>
              <a:rPr lang="en-GB" dirty="0" err="1"/>
              <a:t>biblioteke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je </a:t>
            </a:r>
            <a:r>
              <a:rPr lang="en-GB" dirty="0" err="1"/>
              <a:t>dodata</a:t>
            </a:r>
            <a:r>
              <a:rPr lang="en-GB" dirty="0"/>
              <a:t> u CLASSPATH </a:t>
            </a:r>
            <a:r>
              <a:rPr lang="en-GB" dirty="0" err="1"/>
              <a:t>aplikacije</a:t>
            </a:r>
            <a:endParaRPr lang="en-GB" dirty="0"/>
          </a:p>
          <a:p>
            <a:pPr lvl="2"/>
            <a:r>
              <a:rPr lang="sr-Latn-RS" dirty="0"/>
              <a:t>tipično H2</a:t>
            </a:r>
          </a:p>
          <a:p>
            <a:pPr lvl="2"/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koristimo</a:t>
            </a:r>
            <a:r>
              <a:rPr lang="en-US" dirty="0"/>
              <a:t> Maven, </a:t>
            </a:r>
            <a:r>
              <a:rPr lang="en-US" dirty="0" err="1"/>
              <a:t>dodamo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u </a:t>
            </a:r>
            <a:r>
              <a:rPr lang="en-US" i="1" dirty="0"/>
              <a:t>dependencies</a:t>
            </a:r>
          </a:p>
          <a:p>
            <a:pPr lvl="1"/>
            <a:r>
              <a:rPr lang="sr-Latn-RS" dirty="0"/>
              <a:t>Koristimo</a:t>
            </a:r>
            <a:r>
              <a:rPr lang="en-US" dirty="0"/>
              <a:t> </a:t>
            </a:r>
            <a:r>
              <a:rPr lang="en-US" i="1" dirty="0" err="1"/>
              <a:t>TestEntityManager</a:t>
            </a:r>
            <a:r>
              <a:rPr lang="en-US" dirty="0"/>
              <a:t> </a:t>
            </a:r>
            <a:r>
              <a:rPr lang="sr-Latn-RS" dirty="0"/>
              <a:t>za pristup perzistentnom kontekstu</a:t>
            </a:r>
            <a:endParaRPr lang="en-US" dirty="0"/>
          </a:p>
          <a:p>
            <a:pPr marL="0" indent="0">
              <a:buNone/>
            </a:pPr>
            <a:r>
              <a:rPr lang="en-GB" sz="2400" dirty="0">
                <a:latin typeface="Courier" pitchFamily="49" charset="0"/>
              </a:rPr>
              <a:t>  </a:t>
            </a:r>
          </a:p>
          <a:p>
            <a:pPr marL="0" indent="0">
              <a:buNone/>
            </a:pPr>
            <a:r>
              <a:rPr lang="en-GB" sz="2400" dirty="0">
                <a:latin typeface="Courier" pitchFamily="49" charset="0"/>
              </a:rPr>
              <a:t>  @</a:t>
            </a:r>
            <a:r>
              <a:rPr lang="en-GB" sz="2400" dirty="0" err="1">
                <a:latin typeface="Courier" pitchFamily="49" charset="0"/>
              </a:rPr>
              <a:t>Autowired</a:t>
            </a:r>
            <a:endParaRPr lang="en-GB" sz="24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en-GB" sz="2400" b="1" dirty="0">
                <a:latin typeface="Courier" pitchFamily="49" charset="0"/>
              </a:rPr>
              <a:t>  </a:t>
            </a:r>
            <a:r>
              <a:rPr lang="en-GB" sz="2400" dirty="0">
                <a:latin typeface="Courier" pitchFamily="49" charset="0"/>
              </a:rPr>
              <a:t>private </a:t>
            </a:r>
            <a:r>
              <a:rPr lang="en-GB" sz="2400" dirty="0" err="1">
                <a:latin typeface="Courier" pitchFamily="49" charset="0"/>
              </a:rPr>
              <a:t>TestEntityManager</a:t>
            </a:r>
            <a:r>
              <a:rPr lang="en-GB" sz="2400" dirty="0">
                <a:latin typeface="Courier" pitchFamily="49" charset="0"/>
              </a:rPr>
              <a:t> </a:t>
            </a:r>
            <a:r>
              <a:rPr lang="en-GB" sz="2400" dirty="0" err="1">
                <a:latin typeface="Courier" pitchFamily="49" charset="0"/>
              </a:rPr>
              <a:t>entityManager</a:t>
            </a:r>
            <a:r>
              <a:rPr lang="en-GB" sz="2400" dirty="0">
                <a:latin typeface="Courier" pitchFamily="49" charset="0"/>
              </a:rPr>
              <a:t>;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32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Spring Boot</a:t>
            </a:r>
            <a:br>
              <a:rPr lang="en-US" dirty="0"/>
            </a:b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servisa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153400" cy="4572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Mo</a:t>
            </a:r>
            <a:r>
              <a:rPr lang="sr-Latn-RS" dirty="0"/>
              <a:t>žemo praviti integracioni test koji se stvarno obraća realnim objektima iz drugih slojeva</a:t>
            </a:r>
          </a:p>
          <a:p>
            <a:r>
              <a:rPr lang="sr-Latn-RS" dirty="0"/>
              <a:t>Druga varijanta je izolovani jedinični test</a:t>
            </a:r>
          </a:p>
          <a:p>
            <a:pPr lvl="1"/>
            <a:r>
              <a:rPr lang="sr-Latn-RS" dirty="0"/>
              <a:t>postavljamo test dvojnike na mesto objekata iz drugih slojeva</a:t>
            </a:r>
          </a:p>
          <a:p>
            <a:pPr marL="320040" lvl="1" indent="0">
              <a:buNone/>
            </a:pPr>
            <a:endParaRPr lang="en-GB" dirty="0">
              <a:latin typeface="Courier" pitchFamily="49" charset="0"/>
            </a:endParaRPr>
          </a:p>
          <a:p>
            <a:pPr marL="320040" lvl="1" indent="0">
              <a:buNone/>
            </a:pPr>
            <a:r>
              <a:rPr lang="en-GB" dirty="0">
                <a:latin typeface="Courier" pitchFamily="49" charset="0"/>
              </a:rPr>
              <a:t>@</a:t>
            </a:r>
            <a:r>
              <a:rPr lang="en-GB" dirty="0" err="1">
                <a:latin typeface="Courier" pitchFamily="49" charset="0"/>
              </a:rPr>
              <a:t>MockBean</a:t>
            </a:r>
            <a:endParaRPr lang="en-GB" dirty="0">
              <a:latin typeface="Courier" pitchFamily="49" charset="0"/>
            </a:endParaRPr>
          </a:p>
          <a:p>
            <a:pPr marL="320040" lvl="1" indent="0">
              <a:buNone/>
            </a:pPr>
            <a:r>
              <a:rPr lang="en-GB" dirty="0" err="1">
                <a:latin typeface="Courier" pitchFamily="49" charset="0"/>
              </a:rPr>
              <a:t>CountryRepository</a:t>
            </a:r>
            <a:r>
              <a:rPr lang="en-GB" dirty="0">
                <a:latin typeface="Courier" pitchFamily="49" charset="0"/>
              </a:rPr>
              <a:t> </a:t>
            </a:r>
            <a:r>
              <a:rPr lang="en-GB" dirty="0" err="1">
                <a:latin typeface="Courier" pitchFamily="49" charset="0"/>
              </a:rPr>
              <a:t>countryRepository</a:t>
            </a:r>
            <a:r>
              <a:rPr lang="en-GB" dirty="0">
                <a:latin typeface="Courier" pitchFamily="49" charset="0"/>
              </a:rPr>
              <a:t>;</a:t>
            </a:r>
          </a:p>
          <a:p>
            <a:pPr marL="320040" lvl="1" indent="0">
              <a:buNone/>
            </a:pPr>
            <a:endParaRPr lang="en-GB" dirty="0">
              <a:latin typeface="Courier" pitchFamily="49" charset="0"/>
            </a:endParaRPr>
          </a:p>
          <a:p>
            <a:pPr marL="320040" lvl="1" indent="0">
              <a:buNone/>
            </a:pPr>
            <a:r>
              <a:rPr lang="en-GB" dirty="0">
                <a:latin typeface="Courier" pitchFamily="49" charset="0"/>
              </a:rPr>
              <a:t>@Before</a:t>
            </a:r>
          </a:p>
          <a:p>
            <a:pPr marL="320040" lvl="1" indent="0">
              <a:buNone/>
            </a:pPr>
            <a:r>
              <a:rPr lang="en-GB" dirty="0">
                <a:latin typeface="Courier" pitchFamily="49" charset="0"/>
              </a:rPr>
              <a:t>public void setup() {</a:t>
            </a:r>
          </a:p>
          <a:p>
            <a:pPr marL="320040" lvl="1" indent="0">
              <a:buNone/>
            </a:pPr>
            <a:r>
              <a:rPr lang="en-GB" dirty="0">
                <a:latin typeface="Courier" pitchFamily="49" charset="0"/>
              </a:rPr>
              <a:t> given(</a:t>
            </a:r>
            <a:r>
              <a:rPr lang="en-GB" dirty="0" err="1">
                <a:latin typeface="Courier" pitchFamily="49" charset="0"/>
              </a:rPr>
              <a:t>countryRepository.findOne</a:t>
            </a:r>
            <a:r>
              <a:rPr lang="en-GB" dirty="0">
                <a:latin typeface="Courier" pitchFamily="49" charset="0"/>
              </a:rPr>
              <a:t>(1L)).</a:t>
            </a:r>
            <a:r>
              <a:rPr lang="en-GB" dirty="0" err="1">
                <a:latin typeface="Courier" pitchFamily="49" charset="0"/>
              </a:rPr>
              <a:t>willReturn</a:t>
            </a:r>
            <a:r>
              <a:rPr lang="en-GB" dirty="0">
                <a:latin typeface="Courier" pitchFamily="49" charset="0"/>
              </a:rPr>
              <a:t>(</a:t>
            </a:r>
          </a:p>
          <a:p>
            <a:pPr marL="320040" lvl="1" indent="0">
              <a:buNone/>
            </a:pPr>
            <a:r>
              <a:rPr lang="en-GB" dirty="0">
                <a:latin typeface="Courier" pitchFamily="49" charset="0"/>
              </a:rPr>
              <a:t>   new Country(1L, "Serbia", 7098000));</a:t>
            </a:r>
          </a:p>
          <a:p>
            <a:pPr marL="320040" lvl="1" indent="0">
              <a:buNone/>
            </a:pPr>
            <a:r>
              <a:rPr lang="en-GB" dirty="0">
                <a:latin typeface="Courier" pitchFamily="49" charset="0"/>
              </a:rPr>
              <a:t>}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0695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Spring Boot</a:t>
            </a:r>
            <a:br>
              <a:rPr lang="en-US" dirty="0"/>
            </a:b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kontrolera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Autofit/>
          </a:bodyPr>
          <a:lstStyle/>
          <a:p>
            <a:r>
              <a:rPr lang="en-US" sz="2400" dirty="0" err="1"/>
              <a:t>Klasa</a:t>
            </a:r>
            <a:r>
              <a:rPr lang="en-US" sz="2400" dirty="0"/>
              <a:t> </a:t>
            </a:r>
            <a:r>
              <a:rPr lang="en-US" sz="2400" i="1" dirty="0" err="1"/>
              <a:t>TestRestTemplate</a:t>
            </a:r>
            <a:r>
              <a:rPr lang="en-US" sz="2400" dirty="0"/>
              <a:t> </a:t>
            </a:r>
            <a:r>
              <a:rPr lang="en-US" sz="2400" dirty="0" err="1"/>
              <a:t>omogu</a:t>
            </a:r>
            <a:r>
              <a:rPr lang="sr-Latn-RS" sz="2400" dirty="0"/>
              <a:t>ćuje obraćanje REST servisu</a:t>
            </a:r>
          </a:p>
          <a:p>
            <a:pPr marL="320040" lvl="1" indent="0">
              <a:lnSpc>
                <a:spcPct val="110000"/>
              </a:lnSpc>
              <a:buNone/>
            </a:pPr>
            <a:endParaRPr lang="sr-Latn-RS" sz="1400" dirty="0">
              <a:latin typeface="Courier" pitchFamily="49" charset="0"/>
            </a:endParaRP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@</a:t>
            </a:r>
            <a:r>
              <a:rPr lang="en-GB" sz="1800" dirty="0" err="1">
                <a:latin typeface="Courier" pitchFamily="49" charset="0"/>
              </a:rPr>
              <a:t>Autowired</a:t>
            </a:r>
            <a:endParaRPr lang="en-GB" sz="1800" dirty="0">
              <a:latin typeface="Courier" pitchFamily="49" charset="0"/>
            </a:endParaRP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private </a:t>
            </a:r>
            <a:r>
              <a:rPr lang="en-GB" sz="1800" dirty="0" err="1">
                <a:latin typeface="Courier" pitchFamily="49" charset="0"/>
              </a:rPr>
              <a:t>TestRestTemplate</a:t>
            </a:r>
            <a:r>
              <a:rPr lang="en-GB" sz="1800" dirty="0">
                <a:latin typeface="Courier" pitchFamily="49" charset="0"/>
              </a:rPr>
              <a:t> </a:t>
            </a:r>
            <a:r>
              <a:rPr lang="en-GB" sz="1800" dirty="0" err="1">
                <a:latin typeface="Courier" pitchFamily="49" charset="0"/>
              </a:rPr>
              <a:t>restTemplate</a:t>
            </a:r>
            <a:r>
              <a:rPr lang="en-GB" sz="1800" dirty="0">
                <a:latin typeface="Courier" pitchFamily="49" charset="0"/>
              </a:rPr>
              <a:t>;</a:t>
            </a:r>
          </a:p>
          <a:p>
            <a:pPr marL="320040" lvl="1" indent="0">
              <a:lnSpc>
                <a:spcPct val="110000"/>
              </a:lnSpc>
              <a:buNone/>
            </a:pPr>
            <a:endParaRPr lang="en-GB" sz="1800" dirty="0">
              <a:latin typeface="Courier" pitchFamily="49" charset="0"/>
            </a:endParaRP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@Test</a:t>
            </a: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public void </a:t>
            </a:r>
            <a:r>
              <a:rPr lang="en-GB" sz="1800" dirty="0" err="1">
                <a:latin typeface="Courier" pitchFamily="49" charset="0"/>
              </a:rPr>
              <a:t>testGetCountries</a:t>
            </a:r>
            <a:r>
              <a:rPr lang="en-GB" sz="1800" dirty="0">
                <a:latin typeface="Courier" pitchFamily="49" charset="0"/>
              </a:rPr>
              <a:t>() {</a:t>
            </a:r>
          </a:p>
          <a:p>
            <a:pPr marL="320040" lvl="1" indent="0">
              <a:lnSpc>
                <a:spcPct val="110000"/>
              </a:lnSpc>
              <a:buNone/>
            </a:pPr>
            <a:r>
              <a:rPr lang="sr-Latn-RS" sz="1800" dirty="0">
                <a:latin typeface="Courier" pitchFamily="49" charset="0"/>
              </a:rPr>
              <a:t>   </a:t>
            </a:r>
            <a:r>
              <a:rPr lang="en-GB" sz="1800" dirty="0" err="1">
                <a:latin typeface="Courier" pitchFamily="49" charset="0"/>
              </a:rPr>
              <a:t>ResponseEntity</a:t>
            </a:r>
            <a:r>
              <a:rPr lang="en-GB" sz="1800" dirty="0">
                <a:latin typeface="Courier" pitchFamily="49" charset="0"/>
              </a:rPr>
              <a:t>&lt;</a:t>
            </a:r>
            <a:r>
              <a:rPr lang="en-GB" sz="1800" dirty="0" err="1">
                <a:latin typeface="Courier" pitchFamily="49" charset="0"/>
              </a:rPr>
              <a:t>CountryDTO</a:t>
            </a:r>
            <a:r>
              <a:rPr lang="en-GB" sz="1800" dirty="0">
                <a:latin typeface="Courier" pitchFamily="49" charset="0"/>
              </a:rPr>
              <a:t>[]&gt; </a:t>
            </a:r>
            <a:r>
              <a:rPr lang="sr-Latn-RS" sz="1800" dirty="0">
                <a:latin typeface="Courier" pitchFamily="49" charset="0"/>
              </a:rPr>
              <a:t>re </a:t>
            </a:r>
            <a:r>
              <a:rPr lang="en-GB" sz="1800" dirty="0">
                <a:latin typeface="Courier" pitchFamily="49" charset="0"/>
              </a:rPr>
              <a:t>=</a:t>
            </a: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   </a:t>
            </a:r>
            <a:r>
              <a:rPr lang="sr-Latn-RS" sz="1800" dirty="0">
                <a:latin typeface="Courier" pitchFamily="49" charset="0"/>
              </a:rPr>
              <a:t>   </a:t>
            </a:r>
            <a:r>
              <a:rPr lang="en-GB" sz="1800" dirty="0" err="1">
                <a:latin typeface="Courier" pitchFamily="49" charset="0"/>
              </a:rPr>
              <a:t>restTemplate.getForEntity</a:t>
            </a:r>
            <a:r>
              <a:rPr lang="en-GB" sz="1800" dirty="0">
                <a:latin typeface="Courier" pitchFamily="49" charset="0"/>
              </a:rPr>
              <a:t>("/</a:t>
            </a:r>
            <a:r>
              <a:rPr lang="en-GB" sz="1800" dirty="0" err="1">
                <a:latin typeface="Courier" pitchFamily="49" charset="0"/>
              </a:rPr>
              <a:t>api</a:t>
            </a:r>
            <a:r>
              <a:rPr lang="en-GB" sz="1800" dirty="0">
                <a:latin typeface="Courier" pitchFamily="49" charset="0"/>
              </a:rPr>
              <a:t>/countries", </a:t>
            </a:r>
            <a:r>
              <a:rPr lang="sr-Latn-RS" sz="1800" dirty="0">
                <a:latin typeface="Courier" pitchFamily="49" charset="0"/>
              </a:rPr>
              <a:t>			</a:t>
            </a:r>
            <a:r>
              <a:rPr lang="en-GB" sz="1800" dirty="0" err="1">
                <a:latin typeface="Courier" pitchFamily="49" charset="0"/>
              </a:rPr>
              <a:t>CountryDTO</a:t>
            </a:r>
            <a:r>
              <a:rPr lang="en-GB" sz="1800" dirty="0">
                <a:latin typeface="Courier" pitchFamily="49" charset="0"/>
              </a:rPr>
              <a:t>[].class);</a:t>
            </a: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   </a:t>
            </a:r>
            <a:r>
              <a:rPr lang="en-GB" sz="1800" dirty="0" err="1">
                <a:latin typeface="Courier" pitchFamily="49" charset="0"/>
              </a:rPr>
              <a:t>CountryDTO</a:t>
            </a:r>
            <a:r>
              <a:rPr lang="en-GB" sz="1800" dirty="0">
                <a:latin typeface="Courier" pitchFamily="49" charset="0"/>
              </a:rPr>
              <a:t>[] countries = </a:t>
            </a:r>
            <a:r>
              <a:rPr lang="en-GB" sz="1800" dirty="0" err="1">
                <a:latin typeface="Courier" pitchFamily="49" charset="0"/>
              </a:rPr>
              <a:t>responseEntity.getBody</a:t>
            </a:r>
            <a:r>
              <a:rPr lang="en-GB" sz="1800" dirty="0">
                <a:latin typeface="Courier" pitchFamily="49" charset="0"/>
              </a:rPr>
              <a:t>();</a:t>
            </a:r>
          </a:p>
          <a:p>
            <a:pPr marL="320040" lvl="1" indent="0">
              <a:lnSpc>
                <a:spcPct val="110000"/>
              </a:lnSpc>
              <a:buNone/>
            </a:pPr>
            <a:r>
              <a:rPr lang="en-GB" sz="1800" dirty="0">
                <a:latin typeface="Courier" pitchFamily="49" charset="0"/>
              </a:rPr>
              <a:t>   </a:t>
            </a:r>
            <a:r>
              <a:rPr lang="en-GB" sz="1800" dirty="0" err="1">
                <a:latin typeface="Courier" pitchFamily="49" charset="0"/>
              </a:rPr>
              <a:t>assertEquals</a:t>
            </a:r>
            <a:r>
              <a:rPr lang="en-GB" sz="1800" dirty="0">
                <a:latin typeface="Courier" pitchFamily="49" charset="0"/>
              </a:rPr>
              <a:t>(</a:t>
            </a:r>
            <a:r>
              <a:rPr lang="en-GB" sz="1800" dirty="0" err="1">
                <a:latin typeface="Courier" pitchFamily="49" charset="0"/>
              </a:rPr>
              <a:t>HttpStatus.OK</a:t>
            </a:r>
            <a:r>
              <a:rPr lang="en-GB" sz="1800" dirty="0">
                <a:latin typeface="Courier" pitchFamily="49" charset="0"/>
              </a:rPr>
              <a:t>, </a:t>
            </a:r>
            <a:r>
              <a:rPr lang="sr-Latn-RS" sz="1800" dirty="0">
                <a:latin typeface="Courier" pitchFamily="49" charset="0"/>
              </a:rPr>
              <a:t>re</a:t>
            </a:r>
            <a:r>
              <a:rPr lang="en-GB" sz="1800" dirty="0">
                <a:latin typeface="Courier" pitchFamily="49" charset="0"/>
              </a:rPr>
              <a:t>.</a:t>
            </a:r>
            <a:r>
              <a:rPr lang="en-GB" sz="1800" dirty="0" err="1">
                <a:latin typeface="Courier" pitchFamily="49" charset="0"/>
              </a:rPr>
              <a:t>getStatusCode</a:t>
            </a:r>
            <a:r>
              <a:rPr lang="en-GB" sz="1800" dirty="0">
                <a:latin typeface="Courier" pitchFamily="49" charset="0"/>
              </a:rPr>
              <a:t>());</a:t>
            </a:r>
          </a:p>
          <a:p>
            <a:pPr marL="320040" lvl="1" indent="0">
              <a:lnSpc>
                <a:spcPct val="110000"/>
              </a:lnSpc>
              <a:buNone/>
            </a:pPr>
            <a:r>
              <a:rPr lang="sr-Latn-RS" sz="1800" dirty="0">
                <a:latin typeface="Courier" pitchFamily="49" charset="0"/>
              </a:rPr>
              <a:t> </a:t>
            </a:r>
            <a:r>
              <a:rPr lang="en-GB" sz="1800" dirty="0">
                <a:latin typeface="Courier" pitchFamily="49" charset="0"/>
              </a:rPr>
              <a:t>  </a:t>
            </a:r>
            <a:r>
              <a:rPr lang="en-GB" sz="1800" dirty="0" err="1">
                <a:latin typeface="Courier" pitchFamily="49" charset="0"/>
              </a:rPr>
              <a:t>assertEquals</a:t>
            </a:r>
            <a:r>
              <a:rPr lang="en-GB" sz="1800" dirty="0">
                <a:latin typeface="Courier" pitchFamily="49" charset="0"/>
              </a:rPr>
              <a:t>(3, </a:t>
            </a:r>
            <a:r>
              <a:rPr lang="en-GB" sz="1800" dirty="0" err="1">
                <a:latin typeface="Courier" pitchFamily="49" charset="0"/>
              </a:rPr>
              <a:t>countries.length</a:t>
            </a:r>
            <a:r>
              <a:rPr lang="en-GB" sz="1800" dirty="0">
                <a:latin typeface="Courier" pitchFamily="49" charset="0"/>
              </a:rPr>
              <a:t>);        </a:t>
            </a:r>
          </a:p>
          <a:p>
            <a:pPr marL="594360" lvl="2" indent="0">
              <a:buNone/>
            </a:pPr>
            <a:r>
              <a:rPr lang="sr-Latn-RS" sz="1800" dirty="0"/>
              <a:t>   ...	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68653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2018-9BCA-2857-2F99-AFA0736C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F159-9912-200D-D128-6D81F962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Spring Boot</a:t>
            </a:r>
            <a:br>
              <a:rPr lang="en-US" dirty="0"/>
            </a:b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kontrolera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5844-6C2D-5FBF-ED01-F397F5702D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Autofit/>
          </a:bodyPr>
          <a:lstStyle/>
          <a:p>
            <a:r>
              <a:rPr lang="sr-Latn-RS" sz="2400" dirty="0"/>
              <a:t>Alternativa k</a:t>
            </a:r>
            <a:r>
              <a:rPr lang="en-US" sz="2400" dirty="0"/>
              <a:t>las</a:t>
            </a:r>
            <a:r>
              <a:rPr lang="sr-Latn-RS" sz="2400" dirty="0"/>
              <a:t>i</a:t>
            </a:r>
            <a:r>
              <a:rPr lang="en-US" sz="2400" dirty="0"/>
              <a:t> </a:t>
            </a:r>
            <a:r>
              <a:rPr lang="en-US" sz="2400" i="1" dirty="0" err="1"/>
              <a:t>TestRestTemplate</a:t>
            </a:r>
            <a:r>
              <a:rPr lang="en-US" sz="2400" dirty="0"/>
              <a:t> </a:t>
            </a:r>
            <a:r>
              <a:rPr lang="sr-Latn-RS" sz="2400" dirty="0"/>
              <a:t>je korišćenje klase </a:t>
            </a:r>
            <a:r>
              <a:rPr lang="sr-Latn-RS" sz="2400" i="1" dirty="0"/>
              <a:t>MockMvc</a:t>
            </a:r>
          </a:p>
          <a:p>
            <a:endParaRPr lang="sr-Latn-RS" sz="2400" dirty="0"/>
          </a:p>
          <a:p>
            <a:r>
              <a:rPr lang="sr-Latn-RS" sz="2400" dirty="0"/>
              <a:t>Ova klasa testira na nivou samog JSON sadržaja koji se razmenjuje sa kontrolerom</a:t>
            </a:r>
          </a:p>
          <a:p>
            <a:pPr lvl="1"/>
            <a:r>
              <a:rPr lang="sr-Latn-RS" sz="2200" dirty="0"/>
              <a:t>Za razliku od </a:t>
            </a:r>
            <a:r>
              <a:rPr lang="sr-Latn-RS" sz="2200" i="1" dirty="0"/>
              <a:t>TestRestTemplate</a:t>
            </a:r>
            <a:r>
              <a:rPr lang="sr-Latn-RS" sz="2200" dirty="0"/>
              <a:t> koja </a:t>
            </a:r>
            <a:r>
              <a:rPr lang="sr-Latn-RS" sz="2200"/>
              <a:t>posmatra deserijalizovane Java objekte</a:t>
            </a:r>
            <a:endParaRPr lang="sr-Latn-RS" sz="2200" dirty="0"/>
          </a:p>
        </p:txBody>
      </p:sp>
    </p:spTree>
    <p:extLst>
      <p:ext uri="{BB962C8B-B14F-4D97-AF65-F5344CB8AC3E}">
        <p14:creationId xmlns:p14="http://schemas.microsoft.com/office/powerpoint/2010/main" val="558316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Spring Boot</a:t>
            </a:r>
            <a:br>
              <a:rPr lang="sr-Latn-RS" dirty="0"/>
            </a:br>
            <a:r>
              <a:rPr lang="sr-Latn-RS" dirty="0"/>
              <a:t>Primer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Primeri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TestCountry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TestSecurityCountry</a:t>
            </a:r>
          </a:p>
          <a:p>
            <a:endParaRPr lang="en-GB" dirty="0"/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799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808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44838</TotalTime>
  <Words>526</Words>
  <Application>Microsoft Office PowerPoint</Application>
  <PresentationFormat>On-screen Show (4:3)</PresentationFormat>
  <Paragraphs>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</vt:lpstr>
      <vt:lpstr>Courier New</vt:lpstr>
      <vt:lpstr>Franklin Gothic Book</vt:lpstr>
      <vt:lpstr>Perpetua</vt:lpstr>
      <vt:lpstr>Wingdings 2</vt:lpstr>
      <vt:lpstr>Equity</vt:lpstr>
      <vt:lpstr>Testiranje serverskog dela Spring veb aplikacije</vt:lpstr>
      <vt:lpstr>Test runners</vt:lpstr>
      <vt:lpstr>Test runners</vt:lpstr>
      <vt:lpstr>Testiranje spring veb aplikacije</vt:lpstr>
      <vt:lpstr>Testiranje spring veb aplikacije</vt:lpstr>
      <vt:lpstr>Test podaci</vt:lpstr>
      <vt:lpstr>Spring Boot Testiranje JPA sloja</vt:lpstr>
      <vt:lpstr>Spring Boot Testiranje servisa</vt:lpstr>
      <vt:lpstr>Spring Boot Testiranje kontrolera</vt:lpstr>
      <vt:lpstr>Spring Boot Testiranje kontrolera</vt:lpstr>
      <vt:lpstr>Spring Boot Primer testova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 Savic</cp:lastModifiedBy>
  <cp:revision>1201</cp:revision>
  <dcterms:created xsi:type="dcterms:W3CDTF">2016-06-17T10:29:53Z</dcterms:created>
  <dcterms:modified xsi:type="dcterms:W3CDTF">2024-12-09T08:35:24Z</dcterms:modified>
</cp:coreProperties>
</file>