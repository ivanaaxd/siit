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70" r:id="rId4"/>
    <p:sldId id="266" r:id="rId5"/>
    <p:sldId id="269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EA1E-98C4-4A2E-AAC3-800E357DC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6B1FA-5AE6-4D57-B37B-4AA021600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9B66-DBC3-45EE-A6E1-DE10A6C1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9/30/2024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085F0-1967-4B4F-9824-58E9F2E0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EDEE5-31B5-4868-8C16-47FF43E2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91117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15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C78-A717-4E1F-A742-FD5AECA0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1270D-CCAE-4437-A0C0-052D111D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006A-7EEE-4DB0-8F92-D34C0D46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F2ED-2B0E-44A9-8603-286CA063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801C-6B4E-40B6-9D6E-55819226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8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46AA-9418-4C3E-901B-8E280612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7482-2CA6-4707-976E-6FD4B57BF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7904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09652-DD12-479C-B639-9452CBA8C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792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C7A6-AFB1-4989-A0B4-B422D5B2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9/30/2024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117C-B497-4647-A66B-1887750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C7AF-5092-416B-B61C-F41D3C57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833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0CDE0-3FEB-42A0-8BCC-7DADE7D4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1BCA-A435-4779-A6FE-15207141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6792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B1923-9749-49E3-88FA-75C326E67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6792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623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85A6-A4E6-4160-BE43-8146A989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24A80-0792-4B3B-BB5A-8B2BD91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116E-7A6D-485F-9FA2-25F94D4F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9ADCC-C5F2-4D90-B153-93DF5585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15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56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F683-796D-458C-9B32-A385D60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F0BD-641B-4148-BCB3-2704218C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1517904"/>
            <a:ext cx="5330952" cy="45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8C843-B846-4456-9720-71B7D4FF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A3A03-31BD-4E7E-879A-A1C7184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39078-7D38-4851-A363-B6BC179A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F25E-A25D-47AA-94EB-580A74F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19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83B4-9B31-4F73-9767-16363652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CFC30-8163-47A0-A97F-3F2C3A3BE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49240" y="764032"/>
            <a:ext cx="6089904" cy="533095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1B390-0C23-466E-987C-26420A5F0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CA7C-B9D0-4A72-8061-1E02AA1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FC84-C9FE-4BFA-9B4E-4516A136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A469-3EFC-4F94-8482-378582E1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73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9454-6F74-46A8-B299-4AF451BF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5CA9-A0BD-4609-9307-BAF987B26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4293-851E-4FA2-BFF2-B646A423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07F5-F26D-4A91-8D70-AB54F8B4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CBD8-D942-449E-A2B8-358CD13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01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50897-0C2E-420B-9A38-A8D5C1D72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50317" y="1517904"/>
            <a:ext cx="2220731" cy="45467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B2173-32A5-4677-A08F-DAB8FD430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7904" y="1517904"/>
            <a:ext cx="6562553" cy="45467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B124D-B801-4A6A-9DAF-EBC1B98F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F8DF-2544-45A5-B62B-BB7948FC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232D-131E-4BE6-8E2E-BAF5A30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280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9/30/2024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4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luka.doric@uns.ac.rs" TargetMode="External"/><Relationship Id="rId2" Type="http://schemas.openxmlformats.org/officeDocument/2006/relationships/hyperlink" Target="mailto:milansegedinac@uns.ac.r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EC502BD-3766-4D83-94CC-391A4CD4E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hart, background pattern&#10;&#10;Description automatically generated">
            <a:extLst>
              <a:ext uri="{FF2B5EF4-FFF2-40B4-BE49-F238E27FC236}">
                <a16:creationId xmlns:a16="http://schemas.microsoft.com/office/drawing/2014/main" id="{A8AA4BF6-E4AD-2B9E-673B-0AC2869F37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77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867CC89-052A-4B89-A1FF-972E522C6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E73AD-5D39-7FF2-CFED-B934C1AC6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3651624"/>
            <a:ext cx="10668000" cy="1775010"/>
          </a:xfrm>
        </p:spPr>
        <p:txBody>
          <a:bodyPr>
            <a:normAutofit/>
          </a:bodyPr>
          <a:lstStyle/>
          <a:p>
            <a:pPr algn="l"/>
            <a:r>
              <a:rPr lang="sr-Latn-RS" dirty="0">
                <a:solidFill>
                  <a:schemeClr val="bg1"/>
                </a:solidFill>
              </a:rPr>
              <a:t>Inženjerstvo klijentskog sloja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2DAAD-9C3E-EB83-0BE5-C8CBCB757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5426635"/>
            <a:ext cx="10668000" cy="797860"/>
          </a:xfrm>
        </p:spPr>
        <p:txBody>
          <a:bodyPr>
            <a:normAutofit/>
          </a:bodyPr>
          <a:lstStyle/>
          <a:p>
            <a:pPr algn="l"/>
            <a:r>
              <a:rPr lang="sr-Latn-RS" dirty="0">
                <a:solidFill>
                  <a:schemeClr val="bg1"/>
                </a:solidFill>
              </a:rPr>
              <a:t>O predmetu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701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E1F4AA-ACA6-5BF9-76BF-F608FF2CB1D9}"/>
              </a:ext>
            </a:extLst>
          </p:cNvPr>
          <p:cNvSpPr txBox="1"/>
          <p:nvPr/>
        </p:nvSpPr>
        <p:spPr>
          <a:xfrm>
            <a:off x="1181100" y="1230086"/>
            <a:ext cx="86813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Profesor</a:t>
            </a:r>
            <a:r>
              <a:rPr lang="en-US" dirty="0"/>
              <a:t>: </a:t>
            </a:r>
            <a:r>
              <a:rPr lang="sr-Latn-RS" dirty="0"/>
              <a:t>dr Milan </a:t>
            </a:r>
            <a:r>
              <a:rPr lang="sr-Latn-RS" dirty="0" err="1"/>
              <a:t>Segedinac</a:t>
            </a:r>
            <a:r>
              <a:rPr lang="sr-Latn-RS" dirty="0"/>
              <a:t> </a:t>
            </a:r>
            <a:r>
              <a:rPr lang="en-US" dirty="0"/>
              <a:t>-</a:t>
            </a:r>
            <a:r>
              <a:rPr lang="sr-Latn-RS" dirty="0"/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2"/>
              </a:rPr>
              <a:t>milansegedinac@uns.ac.rs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– NTP 336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 err="1"/>
              <a:t>Asistent</a:t>
            </a:r>
            <a:r>
              <a:rPr lang="en-US" dirty="0"/>
              <a:t>: Luka Dori</a:t>
            </a:r>
            <a:r>
              <a:rPr lang="sr-Latn-RS" dirty="0"/>
              <a:t>ć </a:t>
            </a:r>
            <a:r>
              <a:rPr lang="en-US" dirty="0"/>
              <a:t>- 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3"/>
              </a:rPr>
              <a:t>luka.doric@uns.ac.rs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– NTP 335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537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B2CDF-F42F-B81D-2049-0871FB290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5" y="1295618"/>
            <a:ext cx="5785936" cy="1344168"/>
          </a:xfrm>
        </p:spPr>
        <p:txBody>
          <a:bodyPr>
            <a:normAutofit fontScale="90000"/>
          </a:bodyPr>
          <a:lstStyle/>
          <a:p>
            <a:r>
              <a:rPr lang="sr-Latn-RS" dirty="0"/>
              <a:t>Šta radimo</a:t>
            </a:r>
            <a:r>
              <a:rPr lang="en-US" dirty="0"/>
              <a:t>,</a:t>
            </a:r>
            <a:br>
              <a:rPr lang="sr-Latn-RS" dirty="0"/>
            </a:b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radimo</a:t>
            </a:r>
            <a:r>
              <a:rPr lang="en-US" dirty="0"/>
              <a:t>,</a:t>
            </a:r>
            <a:br>
              <a:rPr lang="sr-Latn-RS" dirty="0"/>
            </a:br>
            <a:r>
              <a:rPr lang="en-US" dirty="0" err="1"/>
              <a:t>Zbog</a:t>
            </a:r>
            <a:r>
              <a:rPr lang="en-US" dirty="0"/>
              <a:t> </a:t>
            </a:r>
            <a:r>
              <a:rPr lang="sr-Latn-RS" dirty="0"/>
              <a:t>čega ovo radimo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2564E-8095-98BC-40C4-6C0C3076B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976" y="3645058"/>
            <a:ext cx="9823410" cy="2392254"/>
          </a:xfrm>
        </p:spPr>
        <p:txBody>
          <a:bodyPr>
            <a:normAutofit/>
          </a:bodyPr>
          <a:lstStyle/>
          <a:p>
            <a:r>
              <a:rPr lang="sr-Latn-RS" dirty="0"/>
              <a:t>Manipulacija </a:t>
            </a:r>
            <a:r>
              <a:rPr lang="en-US" dirty="0"/>
              <a:t>w</a:t>
            </a:r>
            <a:r>
              <a:rPr lang="sr-Latn-RS" dirty="0" err="1"/>
              <a:t>eb</a:t>
            </a:r>
            <a:r>
              <a:rPr lang="sr-Latn-RS" dirty="0"/>
              <a:t> </a:t>
            </a:r>
            <a:r>
              <a:rPr lang="en-US" dirty="0" err="1"/>
              <a:t>aplikacija</a:t>
            </a:r>
            <a:r>
              <a:rPr lang="sr-Latn-RS" dirty="0"/>
              <a:t> putem </a:t>
            </a:r>
            <a:r>
              <a:rPr lang="sr-Latn-RS" dirty="0" err="1"/>
              <a:t>JavaScript</a:t>
            </a:r>
            <a:r>
              <a:rPr lang="en-US" dirty="0"/>
              <a:t>-a/TypeScript-a</a:t>
            </a:r>
            <a:r>
              <a:rPr lang="sr-Latn-RS" dirty="0"/>
              <a:t>.</a:t>
            </a:r>
            <a:endParaRPr lang="en-US" dirty="0"/>
          </a:p>
          <a:p>
            <a:r>
              <a:rPr lang="sr-Latn-RS" dirty="0"/>
              <a:t>Pravilna upotreba </a:t>
            </a:r>
            <a:r>
              <a:rPr lang="sr-Latn-RS" dirty="0" err="1"/>
              <a:t>JavaScript</a:t>
            </a:r>
            <a:r>
              <a:rPr lang="en-US" dirty="0"/>
              <a:t>-a/TypeScript-a.</a:t>
            </a:r>
          </a:p>
          <a:p>
            <a:r>
              <a:rPr lang="en-US" dirty="0" err="1"/>
              <a:t>Koncepti</a:t>
            </a:r>
            <a:r>
              <a:rPr lang="en-US" dirty="0"/>
              <a:t> Angular </a:t>
            </a:r>
            <a:r>
              <a:rPr lang="en-US" dirty="0" err="1"/>
              <a:t>radnog</a:t>
            </a:r>
            <a:r>
              <a:rPr lang="en-US" dirty="0"/>
              <a:t> </a:t>
            </a:r>
            <a:r>
              <a:rPr lang="en-US" dirty="0" err="1"/>
              <a:t>okvira</a:t>
            </a:r>
            <a:r>
              <a:rPr lang="en-US" dirty="0"/>
              <a:t> (</a:t>
            </a:r>
            <a:r>
              <a:rPr lang="en-US" dirty="0" err="1"/>
              <a:t>rutiranje</a:t>
            </a:r>
            <a:r>
              <a:rPr lang="en-US" dirty="0"/>
              <a:t>, </a:t>
            </a:r>
            <a:r>
              <a:rPr lang="en-US" dirty="0" err="1"/>
              <a:t>komponente</a:t>
            </a:r>
            <a:r>
              <a:rPr lang="en-US" dirty="0"/>
              <a:t> </a:t>
            </a:r>
            <a:r>
              <a:rPr lang="en-US" dirty="0" err="1"/>
              <a:t>itd</a:t>
            </a:r>
            <a:r>
              <a:rPr lang="en-US" dirty="0"/>
              <a:t>.)</a:t>
            </a:r>
          </a:p>
          <a:p>
            <a:r>
              <a:rPr lang="en-US" dirty="0" err="1"/>
              <a:t>Pravilna</a:t>
            </a:r>
            <a:r>
              <a:rPr lang="en-US" dirty="0"/>
              <a:t> </a:t>
            </a:r>
            <a:r>
              <a:rPr lang="en-US" dirty="0" err="1"/>
              <a:t>upotreba</a:t>
            </a:r>
            <a:r>
              <a:rPr lang="sr-Latn-RS" dirty="0"/>
              <a:t> </a:t>
            </a:r>
            <a:r>
              <a:rPr lang="sr-Latn-RS" dirty="0" err="1"/>
              <a:t>moder</a:t>
            </a:r>
            <a:r>
              <a:rPr lang="en-US" dirty="0" err="1"/>
              <a:t>nog</a:t>
            </a:r>
            <a:r>
              <a:rPr lang="sr-Latn-RS" dirty="0"/>
              <a:t> </a:t>
            </a:r>
            <a:r>
              <a:rPr lang="en-US" dirty="0"/>
              <a:t>T</a:t>
            </a:r>
            <a:r>
              <a:rPr lang="sr-Latn-RS" dirty="0"/>
              <a:t>S </a:t>
            </a:r>
            <a:r>
              <a:rPr lang="sr-Latn-RS" dirty="0" err="1"/>
              <a:t>framework</a:t>
            </a:r>
            <a:r>
              <a:rPr lang="en-US" dirty="0"/>
              <a:t>-a</a:t>
            </a:r>
            <a:r>
              <a:rPr lang="sr-Latn-RS" dirty="0"/>
              <a:t> </a:t>
            </a:r>
            <a:r>
              <a:rPr lang="en-US" dirty="0"/>
              <a:t>– Angular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942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56AE6-B805-2D19-47CE-9BE3F4BA9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773539"/>
          </a:xfrm>
        </p:spPr>
        <p:txBody>
          <a:bodyPr/>
          <a:lstStyle/>
          <a:p>
            <a:r>
              <a:rPr lang="sr-Latn-RS" dirty="0"/>
              <a:t>Šta ćemo raditi na vežbama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5233A-374C-F120-D994-04DCF3983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971800"/>
            <a:ext cx="9144000" cy="1730829"/>
          </a:xfrm>
        </p:spPr>
        <p:txBody>
          <a:bodyPr/>
          <a:lstStyle/>
          <a:p>
            <a:r>
              <a:rPr lang="en-US" dirty="0"/>
              <a:t>JavaScript</a:t>
            </a:r>
          </a:p>
          <a:p>
            <a:r>
              <a:rPr lang="en-US" dirty="0"/>
              <a:t>TypeScript</a:t>
            </a:r>
          </a:p>
          <a:p>
            <a:r>
              <a:rPr lang="en-US" dirty="0"/>
              <a:t>Angular</a:t>
            </a:r>
          </a:p>
        </p:txBody>
      </p:sp>
    </p:spTree>
    <p:extLst>
      <p:ext uri="{BB962C8B-B14F-4D97-AF65-F5344CB8AC3E}">
        <p14:creationId xmlns:p14="http://schemas.microsoft.com/office/powerpoint/2010/main" val="2457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40EA-0B90-94A9-01F1-ABEAC0433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Timovi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F1E5E-3969-27B1-1A25-F87FB4405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904" y="2585357"/>
            <a:ext cx="9144000" cy="3127248"/>
          </a:xfrm>
        </p:spPr>
        <p:txBody>
          <a:bodyPr/>
          <a:lstStyle/>
          <a:p>
            <a:r>
              <a:rPr lang="en-US" dirty="0"/>
              <a:t>3 </a:t>
            </a:r>
            <a:r>
              <a:rPr lang="sr-Latn-RS" dirty="0"/>
              <a:t>člana</a:t>
            </a:r>
          </a:p>
          <a:p>
            <a:r>
              <a:rPr lang="sr-Latn-RS" dirty="0"/>
              <a:t>Git</a:t>
            </a:r>
            <a:r>
              <a:rPr lang="en-US" dirty="0"/>
              <a:t>H</a:t>
            </a:r>
            <a:r>
              <a:rPr lang="sr-Latn-RS" dirty="0" err="1"/>
              <a:t>ub</a:t>
            </a:r>
            <a:r>
              <a:rPr lang="en-US" dirty="0"/>
              <a:t>/GitLab</a:t>
            </a:r>
          </a:p>
          <a:p>
            <a:r>
              <a:rPr lang="en-US" dirty="0" err="1"/>
              <a:t>Obavezno</a:t>
            </a:r>
            <a:r>
              <a:rPr lang="en-US" dirty="0"/>
              <a:t> </a:t>
            </a:r>
            <a:r>
              <a:rPr lang="en-US" dirty="0" err="1"/>
              <a:t>razvijati</a:t>
            </a:r>
            <a:r>
              <a:rPr lang="en-US" dirty="0"/>
              <a:t> </a:t>
            </a:r>
            <a:r>
              <a:rPr lang="en-US" dirty="0" err="1"/>
              <a:t>projekat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version control</a:t>
            </a:r>
          </a:p>
          <a:p>
            <a:r>
              <a:rPr lang="en-US" dirty="0"/>
              <a:t>Svi </a:t>
            </a:r>
            <a:r>
              <a:rPr lang="sr-Latn-RS" dirty="0"/>
              <a:t>članovi tima moraju da učestvuju u razvoju</a:t>
            </a:r>
          </a:p>
          <a:p>
            <a:r>
              <a:rPr lang="sr-Latn-RS" dirty="0"/>
              <a:t>Projekat </a:t>
            </a:r>
            <a:r>
              <a:rPr lang="en-US" dirty="0"/>
              <a:t>– Event Planner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372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9D4FD-3412-CF00-2EB1-A574CC284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123079"/>
            <a:ext cx="9144000" cy="1344168"/>
          </a:xfrm>
        </p:spPr>
        <p:txBody>
          <a:bodyPr/>
          <a:lstStyle/>
          <a:p>
            <a:r>
              <a:rPr lang="en-US" dirty="0" err="1"/>
              <a:t>Ocenjivanje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84451-F607-0E78-C444-35F68B7B2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5375" y="1842517"/>
            <a:ext cx="9144000" cy="1344168"/>
          </a:xfrm>
        </p:spPr>
        <p:txBody>
          <a:bodyPr/>
          <a:lstStyle/>
          <a:p>
            <a:r>
              <a:rPr lang="en-US" dirty="0" err="1"/>
              <a:t>Projekat</a:t>
            </a:r>
            <a:r>
              <a:rPr lang="en-US" dirty="0"/>
              <a:t> – 70 </a:t>
            </a:r>
            <a:r>
              <a:rPr lang="en-US" dirty="0" err="1"/>
              <a:t>bodova</a:t>
            </a:r>
            <a:r>
              <a:rPr lang="sr-Latn-RS" dirty="0"/>
              <a:t> (ima dve</a:t>
            </a:r>
            <a:r>
              <a:rPr lang="en-US" dirty="0"/>
              <a:t> KT</a:t>
            </a:r>
            <a:r>
              <a:rPr lang="sr-Latn-RS" dirty="0"/>
              <a:t> </a:t>
            </a:r>
            <a:r>
              <a:rPr lang="en-US" dirty="0"/>
              <a:t>+ </a:t>
            </a:r>
            <a:r>
              <a:rPr lang="en-US" dirty="0" err="1"/>
              <a:t>finalna</a:t>
            </a:r>
            <a:r>
              <a:rPr lang="en-US" dirty="0"/>
              <a:t> </a:t>
            </a:r>
            <a:r>
              <a:rPr lang="en-US" dirty="0" err="1"/>
              <a:t>odbrana</a:t>
            </a:r>
            <a:r>
              <a:rPr lang="en-US" dirty="0"/>
              <a:t>)</a:t>
            </a:r>
          </a:p>
          <a:p>
            <a:r>
              <a:rPr lang="en-US" dirty="0" err="1"/>
              <a:t>Teorija</a:t>
            </a:r>
            <a:r>
              <a:rPr lang="en-US" dirty="0"/>
              <a:t> – 30 </a:t>
            </a:r>
            <a:r>
              <a:rPr lang="en-US" dirty="0" err="1"/>
              <a:t>bodova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897A986-C67E-8300-F17C-725583135EF0}"/>
              </a:ext>
            </a:extLst>
          </p:cNvPr>
          <p:cNvSpPr txBox="1">
            <a:spLocks/>
          </p:cNvSpPr>
          <p:nvPr/>
        </p:nvSpPr>
        <p:spPr>
          <a:xfrm>
            <a:off x="1517904" y="3774355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0" algn="l" defTabSz="91440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40080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0080" indent="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Tx/>
              <a:buNone/>
              <a:defRPr sz="18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86968" indent="-27432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Canvas</a:t>
            </a:r>
          </a:p>
          <a:p>
            <a:r>
              <a:rPr lang="en-US" dirty="0"/>
              <a:t>GitHub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CF7D544-FE57-9B46-B094-276577F90587}"/>
              </a:ext>
            </a:extLst>
          </p:cNvPr>
          <p:cNvSpPr txBox="1">
            <a:spLocks/>
          </p:cNvSpPr>
          <p:nvPr/>
        </p:nvSpPr>
        <p:spPr>
          <a:xfrm>
            <a:off x="1517904" y="3120448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Materijali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70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ismaticVTI">
  <a:themeElements>
    <a:clrScheme name="AnalogousFromDarkSeedLeftStep">
      <a:dk1>
        <a:srgbClr val="000000"/>
      </a:dk1>
      <a:lt1>
        <a:srgbClr val="FFFFFF"/>
      </a:lt1>
      <a:dk2>
        <a:srgbClr val="1D2A34"/>
      </a:dk2>
      <a:lt2>
        <a:srgbClr val="E2E4E8"/>
      </a:lt2>
      <a:accent1>
        <a:srgbClr val="C29B28"/>
      </a:accent1>
      <a:accent2>
        <a:srgbClr val="CF581D"/>
      </a:accent2>
      <a:accent3>
        <a:srgbClr val="E12F3E"/>
      </a:accent3>
      <a:accent4>
        <a:srgbClr val="CF1D76"/>
      </a:accent4>
      <a:accent5>
        <a:srgbClr val="E12FD2"/>
      </a:accent5>
      <a:accent6>
        <a:srgbClr val="931DCF"/>
      </a:accent6>
      <a:hlink>
        <a:srgbClr val="BF3F9F"/>
      </a:hlink>
      <a:folHlink>
        <a:srgbClr val="7F7F7F"/>
      </a:folHlink>
    </a:clrScheme>
    <a:fontScheme name="Custom 166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VTI" id="{DA44D624-A564-4DE8-8446-0CD5C485C979}" vid="{8B2B1550-B69C-4156-BAEC-B2E559F94B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6553</TotalTime>
  <Words>144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Aharoni</vt:lpstr>
      <vt:lpstr>Arial</vt:lpstr>
      <vt:lpstr>Avenir Next LT Pro</vt:lpstr>
      <vt:lpstr>PrismaticVTI</vt:lpstr>
      <vt:lpstr>Inženjerstvo klijentskog sloja</vt:lpstr>
      <vt:lpstr>PowerPoint Presentation</vt:lpstr>
      <vt:lpstr>Šta radimo, Kako radimo, Zbog čega ovo radimo?</vt:lpstr>
      <vt:lpstr>Šta ćemo raditi na vežbama?</vt:lpstr>
      <vt:lpstr>Timovi</vt:lpstr>
      <vt:lpstr>Ocenjivanje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creator>Luka Doric</dc:creator>
  <cp:lastModifiedBy>Luka Doric</cp:lastModifiedBy>
  <cp:revision>15</cp:revision>
  <dcterms:created xsi:type="dcterms:W3CDTF">2022-08-08T12:25:14Z</dcterms:created>
  <dcterms:modified xsi:type="dcterms:W3CDTF">2024-10-03T10:55:10Z</dcterms:modified>
</cp:coreProperties>
</file>