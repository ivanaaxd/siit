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88" r:id="rId6"/>
    <p:sldId id="289" r:id="rId7"/>
    <p:sldId id="264" r:id="rId8"/>
    <p:sldId id="287" r:id="rId9"/>
    <p:sldId id="265" r:id="rId10"/>
    <p:sldId id="28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7040-93A9-4675-F7FF-508C41665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A772B-A4AF-B0FA-045D-3C731EDAF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82228-0253-A9B5-1691-3C82C315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0D4AA-F227-24A8-ED64-A09DA2CDD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34AAD-7DDE-E3C3-416D-C09A8C5B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8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96B4-3AF4-0DF1-5651-C10D0557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E86D4-7B03-F5A5-6BC2-5E4911AAB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47FC6-AF0A-6FEA-972C-291CA534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35F42-147D-984F-1359-CFC559C9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3320F-4A9F-99BE-E1DE-0EE74FB818B7}"/>
              </a:ext>
            </a:extLst>
          </p:cNvPr>
          <p:cNvSpPr txBox="1"/>
          <p:nvPr userDrawn="1"/>
        </p:nvSpPr>
        <p:spPr>
          <a:xfrm>
            <a:off x="8531784" y="6356350"/>
            <a:ext cx="2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A14D2B-0CBB-457A-9F05-29C63F22DBAF}" type="slidenum">
              <a:rPr lang="en-US" smtClean="0"/>
              <a:pPr algn="r"/>
              <a:t>‹#›</a:t>
            </a:fld>
            <a:r>
              <a:rPr lang="sr-Latn-RS"/>
              <a:t>/10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A158-600A-7B44-F8E6-0EEE2873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D1524-A0EC-4343-1405-80E1F59C0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4C26-C1DC-110F-A852-9234C89B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25CE8-579C-2FE6-7AE0-87827B08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B708A-6073-E947-02D3-29A25A91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18CD-52B1-84C9-C244-6C19987D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54D6-36C9-DA0B-5793-91AF99B2F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06BAA-2951-D0F8-E265-8908FEF3B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B99FA-8A27-77D0-85B7-651C6013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0FC90-137A-3AE2-4BCD-069328F9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4121C-4C6B-3B90-5CDA-7E06B81FC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70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BE6D-0755-409D-87A3-7037D3FB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A9466-4B5B-5912-7427-D124BB9E7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67CFB-B240-851F-0788-AE020D853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0704A-8CA9-C9BE-B430-2975CAED9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89802-AF13-DFFC-E3B5-2C42A8AF9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DF7AA-FD47-4B47-337F-F3DDB1DF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775B2-7F6A-D27D-3EE6-7DE6EB63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0D707-682E-D171-5A09-8E3A617C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5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542C-F193-6542-A8F5-0F48D87E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0C420-B93B-8386-002F-A9F6CC3B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686D5-C2BB-6CF3-566C-EC28D943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5D73C-0D1A-13BE-488F-3AAFF4A7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9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7B729-1076-5C6E-5CF0-D958D3B7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05B74-5AC7-B0A8-791E-58405A07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59E23-0854-520F-9ED3-7193F485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07AB-C89F-4C24-1FC5-2BFE37759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72849-2E96-C422-D56E-4D7BA73AF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5117B-3719-B75E-4A8F-0350D2D8B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08244-9FFE-D1E5-E260-44D99EF63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1BA5A-B6F7-4B01-89C6-ACBE0CD3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35471-A51A-9389-972B-536BF46D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8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82976-7786-93A4-8A7B-B996F877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8259C9-F4A4-D731-65EC-8D3CE4490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CC94F-D5CA-85EA-E0AD-8AAC9FEDB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25B2C-05F2-6241-2174-126402FC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5F83E-9529-D344-3253-163A241A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C617A-45A4-6BCA-0712-C6F750AD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9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49B1-189B-EB36-770E-EF00F7C0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B84DA-E3D6-03A6-52B0-3367EE0A6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52624-182F-293A-1401-9EA45A61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89A9E-685B-C336-E5D2-3C01DED8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E1E30-E19B-513E-01CE-FA7F3663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2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1AC05-A6BA-3ED2-228C-9D14FF8A6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33D21-662C-E5D0-805A-F229B8464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FFC67-3709-C7CD-9EC5-05F810DC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63EC-D458-FEE4-5004-B1F6D8D9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BF920-1FBA-8A8E-D54E-4EFA46CF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9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8D2FE-161B-52B0-AA8C-E8ECB0CE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4B048-4B83-3B0B-95E3-6C551EF52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A448C-F85D-4492-BF34-6C7982127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5009A-4F21-419C-9CC2-0BDDE595A65D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8437E-F23C-3F89-595D-34947AE35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EB572-F303-313B-C97E-5EF31BA06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7F3C6DB-2ECE-38ED-E2DF-9B5CF4C5543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209800" y="1674814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r-Latn-CS" altLang="sr-Latn-RS" sz="4400">
                <a:solidFill>
                  <a:schemeClr val="tx2"/>
                </a:solidFill>
              </a:rPr>
              <a:t>Inženjerstvo Serverskog Sloja</a:t>
            </a:r>
            <a:br>
              <a:rPr lang="sr-Latn-CS" altLang="sr-Latn-RS" sz="4400">
                <a:solidFill>
                  <a:schemeClr val="tx2"/>
                </a:solidFill>
              </a:rPr>
            </a:br>
            <a:r>
              <a:rPr lang="sr-Latn-CS" altLang="sr-Latn-RS" sz="2800">
                <a:solidFill>
                  <a:schemeClr val="tx2"/>
                </a:solidFill>
              </a:rPr>
              <a:t>prof. dr Milan Vidaković</a:t>
            </a:r>
            <a:endParaRPr lang="en-US" altLang="sr-Latn-RS" sz="440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BAE8B7-4722-93D7-7391-36810322B75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895600" y="343058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sr-Latn-RS" altLang="sr-Latn-RS">
                <a:solidFill>
                  <a:schemeClr val="bg1">
                    <a:lumMod val="50000"/>
                  </a:schemeClr>
                </a:solidFill>
              </a:rPr>
              <a:t>Class Loaders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568181F9-B771-169A-5A41-1229EC146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Class Loaders</a:t>
            </a:r>
            <a:endParaRPr lang="en-US" altLang="sr-Latn-RS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AEA08290-5CF2-2463-5A21-F684CA7D9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Učitavaju kôd iz class fajlova i "ubacuju" ga u virtuelnu mašinu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Nakon učitavanja sistemskih klasa, učitava se prvo ona klasa koja je definisana kao glavna klasa 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java Test 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manifest.mf fajl, Main-Class stavka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Ako je potrebna još neka klasa, ona se zatim učitava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A8E44021-A983-306F-DAB6-BEC16A32FA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Class Loaders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46C3DFC-2EFE-368E-7DA0-081C414BDB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Postoje barem tri loadera koji učestvuju u učitavanju klasa</a:t>
            </a:r>
          </a:p>
          <a:p>
            <a:pPr lvl="1" eaLnBrk="1" hangingPunct="1"/>
            <a:r>
              <a:rPr lang="sr-Latn-CS" altLang="sr-Latn-RS"/>
              <a:t>bootstrap class loader</a:t>
            </a:r>
          </a:p>
          <a:p>
            <a:pPr lvl="1" eaLnBrk="1" hangingPunct="1"/>
            <a:r>
              <a:rPr lang="sr-Latn-CS" altLang="sr-Latn-RS"/>
              <a:t>extension class loader</a:t>
            </a:r>
          </a:p>
          <a:p>
            <a:pPr lvl="1" eaLnBrk="1" hangingPunct="1"/>
            <a:r>
              <a:rPr lang="sr-Latn-CS" altLang="sr-Latn-RS"/>
              <a:t>system class loader</a:t>
            </a:r>
          </a:p>
          <a:p>
            <a:pPr eaLnBrk="1" hangingPunct="1"/>
            <a:endParaRPr lang="sr-Latn-C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83FC2F9B-8319-7EB8-E3DC-6651E98324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Bootstrap Class Loader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D27683F2-9AEC-FB0F-3DF7-87BB0867C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Osnovni class loader koji se startuje startovanjem programa</a:t>
            </a:r>
            <a:endParaRPr lang="sr-Latn-CS" altLang="sr-Latn-RS" b="1"/>
          </a:p>
          <a:p>
            <a:pPr eaLnBrk="1" hangingPunct="1"/>
            <a:r>
              <a:rPr lang="sr-Latn-CS" altLang="sr-Latn-RS"/>
              <a:t>Učitava sistemske klase (iz rt.jar fajla)</a:t>
            </a:r>
          </a:p>
          <a:p>
            <a:pPr eaLnBrk="1" hangingPunct="1"/>
            <a:r>
              <a:rPr lang="sr-Latn-CS" altLang="sr-Latn-RS"/>
              <a:t>Implementiran u C-u</a:t>
            </a:r>
          </a:p>
          <a:p>
            <a:pPr eaLnBrk="1" hangingPunct="1"/>
            <a:r>
              <a:rPr lang="sr-Latn-CS" altLang="sr-Latn-RS"/>
              <a:t>Za njega ne postoji objekat klase ClassLoader koji ga predstavlja</a:t>
            </a:r>
          </a:p>
          <a:p>
            <a:pPr lvl="1" eaLnBrk="1" hangingPunct="1"/>
            <a:r>
              <a:rPr lang="en-US" altLang="sr-Latn-RS"/>
              <a:t>String.class.getClassLoader() </a:t>
            </a:r>
            <a:r>
              <a:rPr lang="sr-Latn-CS" altLang="sr-Latn-RS"/>
              <a:t> vraća null</a:t>
            </a:r>
          </a:p>
          <a:p>
            <a:pPr eaLnBrk="1" hangingPunct="1"/>
            <a:endParaRPr lang="sr-Latn-C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66D48619-5867-8F4B-B37C-2D257ABF70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Extension Class Loader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BD31BB0B-B485-9F1A-53EF-B74304D43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sr-Latn-CS" altLang="sr-Latn-RS"/>
              <a:t>Do Jave 1.9 učitava klase koje se nalaze u jre/lib/ext folderu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sr-Latn-CS" altLang="sr-Latn-RS"/>
              <a:t>"magični" lib folder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sr-Latn-CS" altLang="sr-Latn-RS"/>
              <a:t>prilikom učitavanja klasa ovim loaderom, ne koristi se class path!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sr-Latn-CS" altLang="sr-Latn-RS"/>
              <a:t>Od jave 1.9, to je PlatformClassLoader: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sr-Latn-CS" altLang="sr-Latn-RS" sz="2400"/>
              <a:t>jdk.internal.loader.ClassLoaders$PlatformClassLoader</a:t>
            </a:r>
            <a:endParaRPr lang="sr-Latn-CS" altLang="sr-Latn-RS"/>
          </a:p>
          <a:p>
            <a:pPr eaLnBrk="1" hangingPunct="1">
              <a:lnSpc>
                <a:spcPct val="80000"/>
              </a:lnSpc>
              <a:defRPr/>
            </a:pPr>
            <a:endParaRPr lang="sr-Latn-CS" altLang="sr-Latn-RS"/>
          </a:p>
          <a:p>
            <a:pPr eaLnBrk="1" hangingPunct="1">
              <a:lnSpc>
                <a:spcPct val="80000"/>
              </a:lnSpc>
              <a:defRPr/>
            </a:pPr>
            <a:endParaRPr lang="sr-Latn-C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0F317D2B-1128-504A-A728-2633D7FCF4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020" y="692253"/>
            <a:ext cx="8229600" cy="719137"/>
          </a:xfrm>
        </p:spPr>
        <p:txBody>
          <a:bodyPr/>
          <a:lstStyle/>
          <a:p>
            <a:pPr eaLnBrk="1" hangingPunct="1"/>
            <a:r>
              <a:rPr lang="sr-Latn-CS" altLang="sr-Latn-RS"/>
              <a:t>System Class Loader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B06145D9-1DDD-C35D-B53A-402EC90FB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4492" y="1954635"/>
            <a:ext cx="10870734" cy="4586507"/>
          </a:xfrm>
        </p:spPr>
        <p:txBody>
          <a:bodyPr/>
          <a:lstStyle/>
          <a:p>
            <a:pPr eaLnBrk="1" hangingPunct="1">
              <a:defRPr/>
            </a:pPr>
            <a:r>
              <a:rPr lang="sr-Latn-CS" altLang="sr-Latn-RS"/>
              <a:t>Učitava klase same aplikacije</a:t>
            </a:r>
          </a:p>
          <a:p>
            <a:pPr eaLnBrk="1" hangingPunct="1">
              <a:defRPr/>
            </a:pPr>
            <a:r>
              <a:rPr lang="sr-Latn-CS" altLang="sr-Latn-RS"/>
              <a:t>Klase se traže po CLASSPATH environment varijabli ili po –classpath parametru komandne linije</a:t>
            </a:r>
          </a:p>
          <a:p>
            <a:pPr eaLnBrk="1" hangingPunct="1">
              <a:defRPr/>
            </a:pPr>
            <a:r>
              <a:rPr lang="sr-Latn-CS" altLang="sr-Latn-RS" b="1"/>
              <a:t>URLClassLoader</a:t>
            </a:r>
            <a:r>
              <a:rPr lang="sr-Latn-CS" altLang="sr-Latn-RS"/>
              <a:t> klasa je default sistemski class loader do jave 1.9</a:t>
            </a:r>
          </a:p>
          <a:p>
            <a:pPr lvl="1" eaLnBrk="1" hangingPunct="1">
              <a:defRPr/>
            </a:pPr>
            <a:r>
              <a:rPr lang="sr-Latn-CS" altLang="sr-Latn-RS"/>
              <a:t>učitava class fajlove sa zadatog URL-a (fajl sistem, web server, itd.)</a:t>
            </a:r>
          </a:p>
          <a:p>
            <a:pPr eaLnBrk="1" hangingPunct="1">
              <a:defRPr/>
            </a:pPr>
            <a:r>
              <a:rPr lang="sr-Latn-CS" altLang="sr-Latn-RS"/>
              <a:t>Od Jave 1.9 to je:</a:t>
            </a:r>
          </a:p>
          <a:p>
            <a:pPr marL="0" indent="0">
              <a:buNone/>
              <a:defRPr/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jdk.internal.loader.ClassLoaders$AppClassLoader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A9D9679E-AE5F-529A-8D40-24FC0C06F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Hijerarhija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A090D66-6018-BA43-EDCF-905FE2E7DA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Implementiraju roditelj-dete odnos</a:t>
            </a:r>
          </a:p>
          <a:p>
            <a:pPr eaLnBrk="1" hangingPunct="1"/>
            <a:r>
              <a:rPr lang="sr-Latn-CS" altLang="sr-Latn-RS"/>
              <a:t>Svaki class loader ima svog nadređenog class loadera</a:t>
            </a:r>
          </a:p>
          <a:p>
            <a:pPr lvl="1" eaLnBrk="1" hangingPunct="1"/>
            <a:r>
              <a:rPr lang="sr-Latn-CS" altLang="sr-Latn-RS"/>
              <a:t>bootstrap nema nadređenog</a:t>
            </a:r>
          </a:p>
          <a:p>
            <a:pPr eaLnBrk="1" hangingPunct="1"/>
            <a:r>
              <a:rPr lang="sr-Latn-CS" altLang="sr-Latn-RS"/>
              <a:t>Svaki podređeni class loader prvo mora da ponudi nadređenom loaderu da učita klasu</a:t>
            </a:r>
          </a:p>
          <a:p>
            <a:pPr lvl="1" eaLnBrk="1" hangingPunct="1"/>
            <a:r>
              <a:rPr lang="sr-Latn-CS" altLang="sr-Latn-RS"/>
              <a:t>ako nadređeni ne može da učita, tada podređeni učitava klasu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B5AAE577-5BE1-AE82-9220-AD6180C7E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Učitavanje klasa</a:t>
            </a:r>
            <a:endParaRPr lang="en-US" altLang="sr-Latn-RS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C7C9EB7-8FFF-C2AE-945E-07C8D4ADDF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Moguće je da budu učitane dve klase istog imena i paketa!</a:t>
            </a:r>
          </a:p>
          <a:p>
            <a:pPr eaLnBrk="1" hangingPunct="1"/>
            <a:r>
              <a:rPr lang="sr-Latn-CS" altLang="sr-Latn-RS"/>
              <a:t>Klasa je jednoznačno određena imenom, paketom i class loader-om!</a:t>
            </a:r>
          </a:p>
          <a:p>
            <a:pPr lvl="1" eaLnBrk="1" hangingPunct="1"/>
            <a:r>
              <a:rPr lang="sr-Latn-CS" altLang="sr-Latn-RS"/>
              <a:t>klasa Proxy kod instanciranja prima class loader kao jedan od parametara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7AD26438-B221-B8BD-04B0-25D183169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Class.forName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9F7E4F9-BC6F-5242-8A53-8D310ACE81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409" y="1572267"/>
            <a:ext cx="11300042" cy="5040313"/>
          </a:xfrm>
        </p:spPr>
        <p:txBody>
          <a:bodyPr/>
          <a:lstStyle/>
          <a:p>
            <a:pPr eaLnBrk="1" hangingPunct="1"/>
            <a:r>
              <a:rPr lang="sr-Latn-CS" altLang="sr-Latn-RS"/>
              <a:t>Učitava klasu u momentu poziva (run-time)</a:t>
            </a:r>
          </a:p>
          <a:p>
            <a:pPr eaLnBrk="1" hangingPunct="1"/>
            <a:r>
              <a:rPr lang="sr-Latn-CS" altLang="sr-Latn-RS"/>
              <a:t>Koristi se isti class loader kao i onaj koji je korišćen za učitavanje koda koji je pozvao </a:t>
            </a:r>
            <a:r>
              <a:rPr lang="sr-Latn-CS" altLang="sr-Latn-RS" b="1"/>
              <a:t>Class.forName</a:t>
            </a:r>
          </a:p>
          <a:p>
            <a:pPr eaLnBrk="1" hangingPunct="1"/>
            <a:r>
              <a:rPr lang="sr-Latn-CS" altLang="sr-Latn-RS"/>
              <a:t>Ako napravimo custom class loader, onda se umesto ove metode mora zvati:</a:t>
            </a:r>
          </a:p>
          <a:p>
            <a:pPr marL="0" indent="0" eaLnBrk="1" hangingPunct="1">
              <a:buNone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Class.forName(className, init, classLoader)</a:t>
            </a:r>
          </a:p>
          <a:p>
            <a:pPr lvl="1" eaLnBrk="1" hangingPunct="1"/>
            <a:r>
              <a:rPr lang="sr-Latn-CS" altLang="sr-Latn-RS" b="1"/>
              <a:t>className</a:t>
            </a:r>
            <a:r>
              <a:rPr lang="sr-Latn-CS" altLang="sr-Latn-RS"/>
              <a:t> – String koji je ime klase</a:t>
            </a:r>
          </a:p>
          <a:p>
            <a:pPr lvl="1" eaLnBrk="1" hangingPunct="1"/>
            <a:r>
              <a:rPr lang="sr-Latn-CS" altLang="sr-Latn-RS" b="1"/>
              <a:t>init</a:t>
            </a:r>
            <a:r>
              <a:rPr lang="sr-Latn-CS" altLang="sr-Latn-RS"/>
              <a:t> – boolean koji određuje da li će klasa biti inicijalizovana</a:t>
            </a:r>
          </a:p>
          <a:p>
            <a:pPr lvl="1" eaLnBrk="1" hangingPunct="1"/>
            <a:r>
              <a:rPr lang="sr-Latn-CS" altLang="sr-Latn-RS" b="1"/>
              <a:t>classLoader</a:t>
            </a:r>
            <a:r>
              <a:rPr lang="sr-Latn-CS" altLang="sr-Latn-RS"/>
              <a:t> – ClassLoader koji će biti upotrebljen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AF4DD2A5-1E15-5F3F-3BDD-77166000D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746416"/>
          </a:xfrm>
        </p:spPr>
        <p:txBody>
          <a:bodyPr/>
          <a:lstStyle/>
          <a:p>
            <a:pPr eaLnBrk="1" hangingPunct="1"/>
            <a:r>
              <a:rPr lang="sr-Latn-CS" altLang="sr-Latn-RS" sz="4000"/>
              <a:t>Pisanje sopstvenog class loader-a</a:t>
            </a:r>
            <a:endParaRPr lang="en-US" altLang="sr-Latn-RS" sz="4000"/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4EB2C71-8267-C11E-14BD-4D3E289B4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0806" y="1400162"/>
            <a:ext cx="11155087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Nasleđuje se </a:t>
            </a:r>
            <a:r>
              <a:rPr lang="sr-Latn-CS" altLang="sr-Latn-RS" sz="2400" b="1"/>
              <a:t>ClassLoader</a:t>
            </a:r>
            <a:r>
              <a:rPr lang="sr-Latn-CS" altLang="sr-Latn-RS" sz="2400"/>
              <a:t> klasa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Redefiniše se metoda: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Class(String name)</a:t>
            </a:r>
            <a:r>
              <a:rPr lang="en-US" altLang="sr-Latn-RS" sz="2400"/>
              <a:t> </a:t>
            </a:r>
            <a:endParaRPr lang="sr-Latn-CS" altLang="sr-Latn-RS" sz="2400"/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Unutar </a:t>
            </a:r>
            <a:r>
              <a:rPr lang="sr-Latn-CS" altLang="sr-Latn-RS" sz="2400" i="1"/>
              <a:t>findClass</a:t>
            </a:r>
            <a:r>
              <a:rPr lang="sr-Latn-CS" altLang="sr-Latn-RS" sz="2400"/>
              <a:t> metode trebalo bi učitati bajtove iz class fajla, pa onda pozvati </a:t>
            </a:r>
            <a:r>
              <a:rPr lang="sr-Latn-CS" altLang="sr-Latn-RS" sz="2400" i="1"/>
              <a:t>defineClass</a:t>
            </a:r>
            <a:r>
              <a:rPr lang="sr-Latn-CS" altLang="sr-Latn-RS" sz="2400"/>
              <a:t> metod.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nakon učitavanja bajtova koji čine class fajl, poziva se metoda </a:t>
            </a:r>
            <a:r>
              <a:rPr lang="sr-Latn-CS" altLang="sr-Latn-RS" sz="2000" i="1"/>
              <a:t>defineClass</a:t>
            </a:r>
            <a:r>
              <a:rPr lang="sr-Latn-CS" altLang="sr-Latn-RS" sz="2000"/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defineClass(name, classBytes, 0, classBytes.length);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Ako želimo da naš class loader bude sistemski, starujemo aplikaciju ovako: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200" b="1">
                <a:latin typeface="Courier New" panose="02070309020205020404" pitchFamily="49" charset="0"/>
                <a:cs typeface="Courier New" panose="02070309020205020404" pitchFamily="49" charset="0"/>
              </a:rPr>
              <a:t>java </a:t>
            </a:r>
            <a:r>
              <a:rPr lang="sr-Latn-RS" altLang="en-US" sz="2200" b="1">
                <a:latin typeface="Courier New" panose="02070309020205020404" pitchFamily="49" charset="0"/>
                <a:cs typeface="Courier New" panose="02070309020205020404" pitchFamily="49" charset="0"/>
              </a:rPr>
              <a:t>-Djava.system.class.loader=MyClassLoader</a:t>
            </a:r>
            <a:endParaRPr lang="en-US" altLang="sr-Latn-RS" sz="22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479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Class Loaders</vt:lpstr>
      <vt:lpstr>Class Loaders</vt:lpstr>
      <vt:lpstr>Bootstrap Class Loader</vt:lpstr>
      <vt:lpstr>Extension Class Loader</vt:lpstr>
      <vt:lpstr>System Class Loader</vt:lpstr>
      <vt:lpstr>Hijerarhija</vt:lpstr>
      <vt:lpstr>Učitavanje klasa</vt:lpstr>
      <vt:lpstr>Class.forName</vt:lpstr>
      <vt:lpstr>Pisanje sopstvenog class loader-a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26</cp:revision>
  <dcterms:created xsi:type="dcterms:W3CDTF">2024-06-23T05:47:25Z</dcterms:created>
  <dcterms:modified xsi:type="dcterms:W3CDTF">2024-06-24T21:06:04Z</dcterms:modified>
</cp:coreProperties>
</file>